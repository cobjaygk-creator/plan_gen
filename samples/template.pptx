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0" r:id="rId2"/>
    <p:sldMasterId id="2147483711" r:id="rId3"/>
  </p:sldMasterIdLst>
  <p:notesMasterIdLst>
    <p:notesMasterId r:id="rId14"/>
  </p:notesMasterIdLst>
  <p:handoutMasterIdLst>
    <p:handoutMasterId r:id="rId15"/>
  </p:handoutMasterIdLst>
  <p:sldIdLst>
    <p:sldId id="275" r:id="rId4"/>
    <p:sldId id="261" r:id="rId5"/>
    <p:sldId id="782" r:id="rId6"/>
    <p:sldId id="783" r:id="rId7"/>
    <p:sldId id="791" r:id="rId8"/>
    <p:sldId id="263" r:id="rId9"/>
    <p:sldId id="811" r:id="rId10"/>
    <p:sldId id="813" r:id="rId11"/>
    <p:sldId id="812" r:id="rId12"/>
    <p:sldId id="272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2775E070-DCEF-4A06-9480-3CF809DF9438}">
          <p14:sldIdLst>
            <p14:sldId id="275"/>
            <p14:sldId id="261"/>
            <p14:sldId id="782"/>
            <p14:sldId id="783"/>
            <p14:sldId id="791"/>
            <p14:sldId id="263"/>
            <p14:sldId id="811"/>
            <p14:sldId id="813"/>
            <p14:sldId id="812"/>
          </p14:sldIdLst>
        </p14:section>
        <p14:section name="배너 구좌" id="{B98ED381-FFDF-43DD-86DD-8ACF5FAB5764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45AD0"/>
    <a:srgbClr val="7F7F7F"/>
    <a:srgbClr val="FFF2CC"/>
    <a:srgbClr val="000000"/>
    <a:srgbClr val="FCD5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314088E-3FA3-C054-3B72-0CF17E6E96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F092456-32F1-D683-FAFF-01E3036B6F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EC5DFC-A84D-448A-B8F0-6D9CBE95540E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1AC19B8-E3DA-7747-DE3E-CCD6EEE086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909CC4-BBAB-2967-22E5-AE9C6A3AC46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439F00-7697-4F7C-B3EE-5A093EDA028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3899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3B734-E370-4309-B99B-3A4DE2E65821}" type="datetimeFigureOut">
              <a:rPr lang="ko-KR" altLang="en-US" smtClean="0"/>
              <a:t>2026-08-07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52BD33-790A-4F7D-9172-1B479F03D8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773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2BD33-790A-4F7D-9172-1B479F03D8A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136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4DB82-3590-9DB3-14A3-01256F125C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F50508-BAE9-1275-F6D5-1DB1563B51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698A77-F26C-7449-ECBE-ADA36E3A4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AB91FD-BDE8-7C8C-6F2C-CF8AC08A6C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2BD33-790A-4F7D-9172-1B479F03D8A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9014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3AEB59-51CC-E182-A303-A2934D0E5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518118-491B-3DDD-47D5-4556CB123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20C9842-E7C6-F3FF-E794-BCB805D5E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8DDDF4-7E79-2598-CC79-BA7D032C6C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2BD33-790A-4F7D-9172-1B479F03D8A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9807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A86A6-2EA2-D426-A644-3A49E9BDB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9FBDE3-F018-5EF5-3C19-7AE7F9353B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8EAC87F-B67F-9BFA-4E95-401EE1641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2C48D3-931F-B9F7-077A-CED64E486F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52BD33-790A-4F7D-9172-1B479F03D8A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4906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S]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 userDrawn="1"/>
        </p:nvSpPr>
        <p:spPr bwMode="auto">
          <a:xfrm>
            <a:off x="9648250" y="6501935"/>
            <a:ext cx="2201244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/>
            <a:r>
              <a:rPr lang="en-US" altLang="ko-KR" sz="900" spc="-50" baseline="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*</a:t>
            </a:r>
            <a:r>
              <a:rPr lang="ko-KR" altLang="en-US" sz="900" spc="-50" baseline="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이 문서는 </a:t>
            </a:r>
            <a:r>
              <a:rPr lang="ko-KR" altLang="en-US" sz="900" spc="-50" baseline="0" dirty="0" err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맑은고딕으로</a:t>
            </a:r>
            <a:r>
              <a:rPr lang="ko-KR" altLang="en-US" sz="900" spc="-50" baseline="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작성되었습니다</a:t>
            </a:r>
            <a:r>
              <a:rPr lang="en-US" altLang="ko-KR" sz="900" spc="-50" baseline="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92893213"/>
              </p:ext>
            </p:extLst>
          </p:nvPr>
        </p:nvGraphicFramePr>
        <p:xfrm>
          <a:off x="403906" y="4622452"/>
          <a:ext cx="4076857" cy="114300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31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5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문서 버전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최종문서수정일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문서작성자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800" b="1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MEMO</a:t>
                      </a:r>
                      <a:endParaRPr lang="ko-KR" altLang="en-US" sz="800" b="1" kern="1200" spc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03906" y="1140154"/>
            <a:ext cx="2450966" cy="397628"/>
          </a:xfrm>
          <a:prstGeom prst="rect">
            <a:avLst/>
          </a:prstGeom>
          <a:noFill/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400" b="1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8" name="제목 29"/>
          <p:cNvSpPr>
            <a:spLocks noGrp="1"/>
          </p:cNvSpPr>
          <p:nvPr>
            <p:ph type="title"/>
          </p:nvPr>
        </p:nvSpPr>
        <p:spPr>
          <a:xfrm>
            <a:off x="403906" y="1597632"/>
            <a:ext cx="11312472" cy="632448"/>
          </a:xfrm>
          <a:prstGeom prst="rect">
            <a:avLst/>
          </a:prstGeom>
        </p:spPr>
        <p:txBody>
          <a:bodyPr anchor="ctr"/>
          <a:lstStyle>
            <a:lvl1pPr>
              <a:defRPr lang="ko-KR" altLang="en-US" sz="2800" b="1" kern="1200" spc="-5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3"/>
          <p:cNvSpPr>
            <a:spLocks noGrp="1"/>
          </p:cNvSpPr>
          <p:nvPr>
            <p:ph type="body" sz="half" idx="17"/>
          </p:nvPr>
        </p:nvSpPr>
        <p:spPr>
          <a:xfrm>
            <a:off x="1345677" y="4622452"/>
            <a:ext cx="3135087" cy="284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altLang="ko-KR" sz="90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12" name="텍스트 개체 틀 3"/>
          <p:cNvSpPr>
            <a:spLocks noGrp="1"/>
          </p:cNvSpPr>
          <p:nvPr>
            <p:ph type="body" sz="half" idx="18"/>
          </p:nvPr>
        </p:nvSpPr>
        <p:spPr>
          <a:xfrm>
            <a:off x="1345677" y="4909556"/>
            <a:ext cx="3135087" cy="284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altLang="ko-KR" sz="90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13" name="텍스트 개체 틀 3"/>
          <p:cNvSpPr>
            <a:spLocks noGrp="1"/>
          </p:cNvSpPr>
          <p:nvPr>
            <p:ph type="body" sz="half" idx="19"/>
          </p:nvPr>
        </p:nvSpPr>
        <p:spPr>
          <a:xfrm>
            <a:off x="1345676" y="5193956"/>
            <a:ext cx="3135087" cy="284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altLang="ko-KR" sz="90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14" name="텍스트 개체 틀 3"/>
          <p:cNvSpPr>
            <a:spLocks noGrp="1"/>
          </p:cNvSpPr>
          <p:nvPr>
            <p:ph type="body" sz="half" idx="20"/>
          </p:nvPr>
        </p:nvSpPr>
        <p:spPr>
          <a:xfrm>
            <a:off x="1345676" y="5478356"/>
            <a:ext cx="3135087" cy="284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altLang="ko-KR" sz="90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pic>
        <p:nvPicPr>
          <p:cNvPr id="10" name="Picture 2">
            <a:extLst>
              <a:ext uri="{FF2B5EF4-FFF2-40B4-BE49-F238E27FC236}">
                <a16:creationId xmlns:a16="http://schemas.microsoft.com/office/drawing/2014/main" id="{BA91DC39-68E5-7308-5B7D-801045DF47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" r="2098"/>
          <a:stretch/>
        </p:blipFill>
        <p:spPr bwMode="auto">
          <a:xfrm>
            <a:off x="5642705" y="6408767"/>
            <a:ext cx="906589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918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S]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" r="2098"/>
          <a:stretch/>
        </p:blipFill>
        <p:spPr bwMode="auto">
          <a:xfrm>
            <a:off x="10957789" y="138881"/>
            <a:ext cx="1063415" cy="380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mtClean="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4" name="제목 29">
            <a:extLst>
              <a:ext uri="{FF2B5EF4-FFF2-40B4-BE49-F238E27FC236}">
                <a16:creationId xmlns:a16="http://schemas.microsoft.com/office/drawing/2014/main" id="{45BA301C-CBD8-89E0-89EC-1E0824A66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190" y="125233"/>
            <a:ext cx="9576836" cy="459801"/>
          </a:xfrm>
          <a:prstGeom prst="rect">
            <a:avLst/>
          </a:prstGeom>
        </p:spPr>
        <p:txBody>
          <a:bodyPr anchor="ctr"/>
          <a:lstStyle>
            <a:lvl1pPr>
              <a:defRPr lang="ko-KR" altLang="en-US" sz="2000" b="1" kern="1200" spc="-8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CFD43774-8060-42C5-9B0B-8490943945AA}"/>
              </a:ext>
            </a:extLst>
          </p:cNvPr>
          <p:cNvCxnSpPr>
            <a:cxnSpLocks/>
          </p:cNvCxnSpPr>
          <p:nvPr userDrawn="1"/>
        </p:nvCxnSpPr>
        <p:spPr>
          <a:xfrm>
            <a:off x="-9239" y="637615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id="{6A647BA1-298E-A897-2FB3-2E9AC222129C}"/>
              </a:ext>
            </a:extLst>
          </p:cNvPr>
          <p:cNvSpPr/>
          <p:nvPr userDrawn="1"/>
        </p:nvSpPr>
        <p:spPr>
          <a:xfrm>
            <a:off x="9182992" y="6517107"/>
            <a:ext cx="2346796" cy="21544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800" b="0" kern="1200" spc="-3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+mn-cs"/>
              </a:rPr>
              <a:t>© ACTOZ SOFT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00908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S]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747FFD0-E831-43D6-8BCA-539E65EE1410}"/>
              </a:ext>
            </a:extLst>
          </p:cNvPr>
          <p:cNvCxnSpPr>
            <a:cxnSpLocks/>
          </p:cNvCxnSpPr>
          <p:nvPr userDrawn="1"/>
        </p:nvCxnSpPr>
        <p:spPr>
          <a:xfrm>
            <a:off x="3368761" y="2531480"/>
            <a:ext cx="5400000" cy="0"/>
          </a:xfrm>
          <a:prstGeom prst="line">
            <a:avLst/>
          </a:prstGeom>
          <a:ln w="60325" cap="rnd">
            <a:solidFill>
              <a:srgbClr val="230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6FD4089-56FE-44A1-BED3-57B90AB9CBE3}"/>
              </a:ext>
            </a:extLst>
          </p:cNvPr>
          <p:cNvCxnSpPr>
            <a:cxnSpLocks/>
          </p:cNvCxnSpPr>
          <p:nvPr userDrawn="1"/>
        </p:nvCxnSpPr>
        <p:spPr>
          <a:xfrm>
            <a:off x="3368761" y="3899670"/>
            <a:ext cx="5400000" cy="0"/>
          </a:xfrm>
          <a:prstGeom prst="line">
            <a:avLst/>
          </a:prstGeom>
          <a:ln w="19050" cap="rnd">
            <a:solidFill>
              <a:srgbClr val="230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제목 21"/>
          <p:cNvSpPr>
            <a:spLocks noGrp="1"/>
          </p:cNvSpPr>
          <p:nvPr>
            <p:ph type="title"/>
          </p:nvPr>
        </p:nvSpPr>
        <p:spPr>
          <a:xfrm>
            <a:off x="3368761" y="2859057"/>
            <a:ext cx="5400000" cy="709200"/>
          </a:xfrm>
          <a:prstGeom prst="rect">
            <a:avLst/>
          </a:prstGeom>
        </p:spPr>
        <p:txBody>
          <a:bodyPr anchor="ctr"/>
          <a:lstStyle>
            <a:lvl1pPr algn="ctr">
              <a:defRPr lang="ko-KR" altLang="en-US" sz="3800" b="1" kern="1200" spc="-8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mtClean="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884C509D-3A91-2096-4ECB-BE1C01310E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" r="2098"/>
          <a:stretch/>
        </p:blipFill>
        <p:spPr bwMode="auto">
          <a:xfrm>
            <a:off x="10957789" y="138881"/>
            <a:ext cx="1063415" cy="3800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BDB37555-8266-DACD-BFC8-67916F0B0A42}"/>
              </a:ext>
            </a:extLst>
          </p:cNvPr>
          <p:cNvSpPr/>
          <p:nvPr userDrawn="1"/>
        </p:nvSpPr>
        <p:spPr>
          <a:xfrm>
            <a:off x="9182992" y="6517107"/>
            <a:ext cx="2346796" cy="21544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800" b="0" kern="1200" spc="-3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+mn-cs"/>
              </a:rPr>
              <a:t>© ACTOZ SOFT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817391978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[AS]풀페이지_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61913" y="539496"/>
            <a:ext cx="8640000" cy="58426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461878"/>
            <a:ext cx="12189600" cy="1588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3"/>
          <p:cNvSpPr>
            <a:spLocks noChangeArrowheads="1"/>
          </p:cNvSpPr>
          <p:nvPr userDrawn="1"/>
        </p:nvSpPr>
        <p:spPr bwMode="auto">
          <a:xfrm>
            <a:off x="61913" y="142852"/>
            <a:ext cx="12071332" cy="252413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1" name="Rectangle 44"/>
          <p:cNvSpPr>
            <a:spLocks noChangeArrowheads="1"/>
          </p:cNvSpPr>
          <p:nvPr userDrawn="1"/>
        </p:nvSpPr>
        <p:spPr bwMode="auto">
          <a:xfrm>
            <a:off x="61913" y="142852"/>
            <a:ext cx="864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Project</a:t>
            </a:r>
          </a:p>
        </p:txBody>
      </p:sp>
      <p:sp>
        <p:nvSpPr>
          <p:cNvPr id="12" name="Rectangle 45"/>
          <p:cNvSpPr>
            <a:spLocks noChangeArrowheads="1"/>
          </p:cNvSpPr>
          <p:nvPr userDrawn="1"/>
        </p:nvSpPr>
        <p:spPr bwMode="auto">
          <a:xfrm>
            <a:off x="3421931" y="142852"/>
            <a:ext cx="864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8821245" y="539497"/>
            <a:ext cx="3312000" cy="5842626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Rectangle 45"/>
          <p:cNvSpPr>
            <a:spLocks noChangeArrowheads="1"/>
          </p:cNvSpPr>
          <p:nvPr userDrawn="1"/>
        </p:nvSpPr>
        <p:spPr bwMode="auto">
          <a:xfrm>
            <a:off x="8821245" y="142852"/>
            <a:ext cx="576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Type</a:t>
            </a:r>
          </a:p>
        </p:txBody>
      </p:sp>
      <p:sp>
        <p:nvSpPr>
          <p:cNvPr id="24" name="텍스트 개체 틀 23"/>
          <p:cNvSpPr>
            <a:spLocks noGrp="1"/>
          </p:cNvSpPr>
          <p:nvPr>
            <p:ph type="body" sz="quarter" idx="13"/>
          </p:nvPr>
        </p:nvSpPr>
        <p:spPr>
          <a:xfrm>
            <a:off x="925913" y="142852"/>
            <a:ext cx="2496018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5" name="텍스트 개체 틀 23"/>
          <p:cNvSpPr>
            <a:spLocks noGrp="1"/>
          </p:cNvSpPr>
          <p:nvPr>
            <p:ph type="body" sz="quarter" idx="14"/>
          </p:nvPr>
        </p:nvSpPr>
        <p:spPr>
          <a:xfrm>
            <a:off x="4285932" y="142852"/>
            <a:ext cx="4535313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6" name="텍스트 개체 틀 23"/>
          <p:cNvSpPr>
            <a:spLocks noGrp="1"/>
          </p:cNvSpPr>
          <p:nvPr>
            <p:ph type="body" sz="quarter" idx="15"/>
          </p:nvPr>
        </p:nvSpPr>
        <p:spPr>
          <a:xfrm>
            <a:off x="9397245" y="142852"/>
            <a:ext cx="1080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0" name="텍스트 개체 틀 23"/>
          <p:cNvSpPr>
            <a:spLocks noGrp="1"/>
          </p:cNvSpPr>
          <p:nvPr>
            <p:ph type="body" sz="quarter" idx="16"/>
          </p:nvPr>
        </p:nvSpPr>
        <p:spPr>
          <a:xfrm>
            <a:off x="2088267" y="1228506"/>
            <a:ext cx="4647414" cy="55316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3200" b="1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1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815821" y="2290310"/>
            <a:ext cx="5192305" cy="413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ko-KR" altLang="en-US" sz="1800" b="1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32" name="텍스트 개체 틀 3"/>
          <p:cNvSpPr>
            <a:spLocks noGrp="1"/>
          </p:cNvSpPr>
          <p:nvPr>
            <p:ph type="body" sz="half" idx="17"/>
          </p:nvPr>
        </p:nvSpPr>
        <p:spPr>
          <a:xfrm>
            <a:off x="1815821" y="2800969"/>
            <a:ext cx="5192305" cy="298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altLang="ko-KR" sz="140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33" name="직사각형 32"/>
          <p:cNvSpPr/>
          <p:nvPr userDrawn="1"/>
        </p:nvSpPr>
        <p:spPr>
          <a:xfrm>
            <a:off x="8821245" y="539497"/>
            <a:ext cx="360000" cy="21431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No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/>
          <p:cNvSpPr/>
          <p:nvPr userDrawn="1"/>
        </p:nvSpPr>
        <p:spPr>
          <a:xfrm>
            <a:off x="9181245" y="539497"/>
            <a:ext cx="936000" cy="21431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Name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직사각형 34"/>
          <p:cNvSpPr/>
          <p:nvPr userDrawn="1"/>
        </p:nvSpPr>
        <p:spPr>
          <a:xfrm>
            <a:off x="10117245" y="539497"/>
            <a:ext cx="2016000" cy="21431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Description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직사각형 35"/>
          <p:cNvSpPr/>
          <p:nvPr userDrawn="1"/>
        </p:nvSpPr>
        <p:spPr>
          <a:xfrm>
            <a:off x="16908" y="6501935"/>
            <a:ext cx="3919663" cy="230832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900" b="0" kern="1200" spc="-5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© ACTOZ SOFT CO., LTD. &amp; EYEDENTITY GAMES INC. ALL RIGHTS RESERVED.</a:t>
            </a:r>
          </a:p>
        </p:txBody>
      </p:sp>
      <p:sp>
        <p:nvSpPr>
          <p:cNvPr id="37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mtClean="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21" name="Rectangle 45"/>
          <p:cNvSpPr>
            <a:spLocks noChangeArrowheads="1"/>
          </p:cNvSpPr>
          <p:nvPr userDrawn="1"/>
        </p:nvSpPr>
        <p:spPr bwMode="auto">
          <a:xfrm>
            <a:off x="10477245" y="142852"/>
            <a:ext cx="576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800" b="1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화면 코드</a:t>
            </a:r>
            <a:endParaRPr lang="en-US" altLang="ko-KR" sz="800" b="1" kern="1200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2" name="텍스트 개체 틀 23"/>
          <p:cNvSpPr>
            <a:spLocks noGrp="1"/>
          </p:cNvSpPr>
          <p:nvPr>
            <p:ph type="body" sz="quarter" idx="18"/>
          </p:nvPr>
        </p:nvSpPr>
        <p:spPr>
          <a:xfrm>
            <a:off x="11053246" y="143537"/>
            <a:ext cx="1080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78785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S]풀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59CDE6-EE52-0BDF-5B2B-546BB0102EF9}"/>
              </a:ext>
            </a:extLst>
          </p:cNvPr>
          <p:cNvSpPr/>
          <p:nvPr userDrawn="1"/>
        </p:nvSpPr>
        <p:spPr>
          <a:xfrm>
            <a:off x="0" y="0"/>
            <a:ext cx="12192000" cy="2515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8F7D76-829C-5B74-AAFD-D9135A6DF204}"/>
              </a:ext>
            </a:extLst>
          </p:cNvPr>
          <p:cNvSpPr/>
          <p:nvPr userDrawn="1"/>
        </p:nvSpPr>
        <p:spPr>
          <a:xfrm>
            <a:off x="9167999" y="6443998"/>
            <a:ext cx="3024001" cy="4140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11" name="Rectangle 44"/>
          <p:cNvSpPr>
            <a:spLocks noChangeArrowheads="1"/>
          </p:cNvSpPr>
          <p:nvPr userDrawn="1"/>
        </p:nvSpPr>
        <p:spPr bwMode="auto">
          <a:xfrm>
            <a:off x="-1" y="0"/>
            <a:ext cx="864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Project</a:t>
            </a:r>
          </a:p>
        </p:txBody>
      </p:sp>
      <p:sp>
        <p:nvSpPr>
          <p:cNvPr id="12" name="Rectangle 45"/>
          <p:cNvSpPr>
            <a:spLocks noChangeArrowheads="1"/>
          </p:cNvSpPr>
          <p:nvPr userDrawn="1"/>
        </p:nvSpPr>
        <p:spPr bwMode="auto">
          <a:xfrm>
            <a:off x="3480686" y="0"/>
            <a:ext cx="864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9168000" y="251999"/>
            <a:ext cx="3024000" cy="6192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Rectangle 45"/>
          <p:cNvSpPr>
            <a:spLocks noChangeArrowheads="1"/>
          </p:cNvSpPr>
          <p:nvPr userDrawn="1"/>
        </p:nvSpPr>
        <p:spPr bwMode="auto">
          <a:xfrm>
            <a:off x="9167999" y="0"/>
            <a:ext cx="576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Type</a:t>
            </a:r>
          </a:p>
        </p:txBody>
      </p:sp>
      <p:sp>
        <p:nvSpPr>
          <p:cNvPr id="24" name="텍스트 개체 틀 23"/>
          <p:cNvSpPr>
            <a:spLocks noGrp="1"/>
          </p:cNvSpPr>
          <p:nvPr>
            <p:ph type="body" sz="quarter" idx="13"/>
          </p:nvPr>
        </p:nvSpPr>
        <p:spPr>
          <a:xfrm>
            <a:off x="870101" y="0"/>
            <a:ext cx="2610585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5" name="텍스트 개체 틀 23"/>
          <p:cNvSpPr>
            <a:spLocks noGrp="1"/>
          </p:cNvSpPr>
          <p:nvPr>
            <p:ph type="body" sz="quarter" idx="14"/>
          </p:nvPr>
        </p:nvSpPr>
        <p:spPr>
          <a:xfrm>
            <a:off x="4344687" y="0"/>
            <a:ext cx="4815009" cy="25199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6" name="텍스트 개체 틀 23"/>
          <p:cNvSpPr>
            <a:spLocks noGrp="1"/>
          </p:cNvSpPr>
          <p:nvPr>
            <p:ph type="body" sz="quarter" idx="15" hasCustomPrompt="1"/>
          </p:nvPr>
        </p:nvSpPr>
        <p:spPr>
          <a:xfrm>
            <a:off x="9748150" y="0"/>
            <a:ext cx="936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r>
              <a:rPr lang="ko-KR" altLang="en-US" dirty="0"/>
              <a:t>풀페이지</a:t>
            </a:r>
          </a:p>
        </p:txBody>
      </p:sp>
      <p:sp>
        <p:nvSpPr>
          <p:cNvPr id="30" name="텍스트 개체 틀 23"/>
          <p:cNvSpPr>
            <a:spLocks noGrp="1"/>
          </p:cNvSpPr>
          <p:nvPr>
            <p:ph type="body" sz="quarter" idx="16"/>
          </p:nvPr>
        </p:nvSpPr>
        <p:spPr>
          <a:xfrm>
            <a:off x="0" y="1557656"/>
            <a:ext cx="9167998" cy="55316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buNone/>
              <a:defRPr lang="ko-KR" altLang="en-US" sz="3200" b="1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1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119988" y="2619460"/>
            <a:ext cx="5192305" cy="413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ko-KR" altLang="en-US" sz="1800" b="1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32" name="텍스트 개체 틀 3"/>
          <p:cNvSpPr>
            <a:spLocks noGrp="1"/>
          </p:cNvSpPr>
          <p:nvPr>
            <p:ph type="body" sz="half" idx="17"/>
          </p:nvPr>
        </p:nvSpPr>
        <p:spPr>
          <a:xfrm>
            <a:off x="2119988" y="3130119"/>
            <a:ext cx="5192305" cy="298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altLang="ko-KR" sz="1400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33" name="직사각형 32"/>
          <p:cNvSpPr/>
          <p:nvPr userDrawn="1"/>
        </p:nvSpPr>
        <p:spPr>
          <a:xfrm>
            <a:off x="9168000" y="252000"/>
            <a:ext cx="360000" cy="214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pc="-50" baseline="0" dirty="0">
                <a:solidFill>
                  <a:schemeClr val="bg1"/>
                </a:solidFill>
                <a:latin typeface="+mn-ea"/>
                <a:ea typeface="+mn-ea"/>
              </a:rPr>
              <a:t>No</a:t>
            </a:r>
            <a:endParaRPr lang="ko-KR" altLang="en-US" sz="800" spc="-5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5" name="직사각형 34"/>
          <p:cNvSpPr/>
          <p:nvPr userDrawn="1"/>
        </p:nvSpPr>
        <p:spPr>
          <a:xfrm>
            <a:off x="9528000" y="252000"/>
            <a:ext cx="2664000" cy="214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pc="-50" baseline="0" dirty="0">
                <a:solidFill>
                  <a:schemeClr val="bg1"/>
                </a:solidFill>
                <a:latin typeface="+mn-ea"/>
                <a:ea typeface="+mn-ea"/>
              </a:rPr>
              <a:t>Description</a:t>
            </a:r>
            <a:endParaRPr lang="ko-KR" altLang="en-US" sz="800" spc="-5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" name="Rectangle 45"/>
          <p:cNvSpPr>
            <a:spLocks noChangeArrowheads="1"/>
          </p:cNvSpPr>
          <p:nvPr userDrawn="1"/>
        </p:nvSpPr>
        <p:spPr bwMode="auto">
          <a:xfrm>
            <a:off x="10680000" y="-2898"/>
            <a:ext cx="576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800" b="1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+mn-cs"/>
              </a:rPr>
              <a:t>화면 코드</a:t>
            </a:r>
            <a:endParaRPr lang="en-US" altLang="ko-KR" sz="800" b="1" kern="1200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2" name="텍스트 개체 틀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256000" y="11047"/>
            <a:ext cx="936000" cy="23846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r>
              <a:rPr lang="en-US" altLang="ko-KR" dirty="0"/>
              <a:t>EV-LO01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DBB2C1F-29B0-979A-D661-80DEB191B38F}"/>
              </a:ext>
            </a:extLst>
          </p:cNvPr>
          <p:cNvSpPr/>
          <p:nvPr userDrawn="1"/>
        </p:nvSpPr>
        <p:spPr>
          <a:xfrm>
            <a:off x="-1" y="251585"/>
            <a:ext cx="9167999" cy="6606415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DD1878A6-3238-EA74-89EF-8F9F2122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pc="-50" baseline="0" smtClean="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7F24FB9-DCF0-48F9-6285-960FCCE6456B}"/>
              </a:ext>
            </a:extLst>
          </p:cNvPr>
          <p:cNvSpPr/>
          <p:nvPr userDrawn="1"/>
        </p:nvSpPr>
        <p:spPr>
          <a:xfrm>
            <a:off x="9182992" y="6536399"/>
            <a:ext cx="2346796" cy="21544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800" b="0" kern="1200" spc="-3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rPr>
              <a:t>© ACTOZ SOFT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98871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S]공지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B2E6246C-AFB4-08B0-60B8-EE45C86668BC}"/>
              </a:ext>
            </a:extLst>
          </p:cNvPr>
          <p:cNvSpPr/>
          <p:nvPr userDrawn="1"/>
        </p:nvSpPr>
        <p:spPr>
          <a:xfrm>
            <a:off x="0" y="251586"/>
            <a:ext cx="9167997" cy="660641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pc="-50" baseline="0">
              <a:solidFill>
                <a:prstClr val="white"/>
              </a:solidFill>
              <a:latin typeface="+mn-ea"/>
              <a:ea typeface="+mn-ea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8F49471-B944-AB4A-25FD-C6A3190FAA2D}"/>
              </a:ext>
            </a:extLst>
          </p:cNvPr>
          <p:cNvSpPr/>
          <p:nvPr userDrawn="1"/>
        </p:nvSpPr>
        <p:spPr>
          <a:xfrm>
            <a:off x="1493424" y="251584"/>
            <a:ext cx="6192000" cy="6606415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 dirty="0">
              <a:latin typeface="+mn-ea"/>
              <a:ea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59CDE6-EE52-0BDF-5B2B-546BB0102EF9}"/>
              </a:ext>
            </a:extLst>
          </p:cNvPr>
          <p:cNvSpPr/>
          <p:nvPr userDrawn="1"/>
        </p:nvSpPr>
        <p:spPr>
          <a:xfrm>
            <a:off x="0" y="0"/>
            <a:ext cx="12192000" cy="2515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8F7D76-829C-5B74-AAFD-D9135A6DF204}"/>
              </a:ext>
            </a:extLst>
          </p:cNvPr>
          <p:cNvSpPr/>
          <p:nvPr userDrawn="1"/>
        </p:nvSpPr>
        <p:spPr>
          <a:xfrm>
            <a:off x="9167999" y="6443998"/>
            <a:ext cx="3024001" cy="4140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11" name="Rectangle 44"/>
          <p:cNvSpPr>
            <a:spLocks noChangeArrowheads="1"/>
          </p:cNvSpPr>
          <p:nvPr userDrawn="1"/>
        </p:nvSpPr>
        <p:spPr bwMode="auto">
          <a:xfrm>
            <a:off x="-1" y="0"/>
            <a:ext cx="864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Project</a:t>
            </a:r>
          </a:p>
        </p:txBody>
      </p:sp>
      <p:sp>
        <p:nvSpPr>
          <p:cNvPr id="12" name="Rectangle 45"/>
          <p:cNvSpPr>
            <a:spLocks noChangeArrowheads="1"/>
          </p:cNvSpPr>
          <p:nvPr userDrawn="1"/>
        </p:nvSpPr>
        <p:spPr bwMode="auto">
          <a:xfrm>
            <a:off x="3480686" y="0"/>
            <a:ext cx="864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9168000" y="251999"/>
            <a:ext cx="3024000" cy="6192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20" name="Rectangle 45"/>
          <p:cNvSpPr>
            <a:spLocks noChangeArrowheads="1"/>
          </p:cNvSpPr>
          <p:nvPr userDrawn="1"/>
        </p:nvSpPr>
        <p:spPr bwMode="auto">
          <a:xfrm>
            <a:off x="9167999" y="0"/>
            <a:ext cx="576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Type</a:t>
            </a:r>
          </a:p>
        </p:txBody>
      </p:sp>
      <p:sp>
        <p:nvSpPr>
          <p:cNvPr id="24" name="텍스트 개체 틀 23"/>
          <p:cNvSpPr>
            <a:spLocks noGrp="1"/>
          </p:cNvSpPr>
          <p:nvPr>
            <p:ph type="body" sz="quarter" idx="13"/>
          </p:nvPr>
        </p:nvSpPr>
        <p:spPr>
          <a:xfrm>
            <a:off x="870101" y="0"/>
            <a:ext cx="2610585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5" name="텍스트 개체 틀 23"/>
          <p:cNvSpPr>
            <a:spLocks noGrp="1"/>
          </p:cNvSpPr>
          <p:nvPr>
            <p:ph type="body" sz="quarter" idx="14"/>
          </p:nvPr>
        </p:nvSpPr>
        <p:spPr>
          <a:xfrm>
            <a:off x="4344687" y="0"/>
            <a:ext cx="4815009" cy="25199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6" name="텍스트 개체 틀 23"/>
          <p:cNvSpPr>
            <a:spLocks noGrp="1"/>
          </p:cNvSpPr>
          <p:nvPr>
            <p:ph type="body" sz="quarter" idx="15" hasCustomPrompt="1"/>
          </p:nvPr>
        </p:nvSpPr>
        <p:spPr>
          <a:xfrm>
            <a:off x="9748150" y="0"/>
            <a:ext cx="936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r>
              <a:rPr lang="ko-KR" altLang="en-US" dirty="0"/>
              <a:t>공지형 이미지</a:t>
            </a:r>
          </a:p>
        </p:txBody>
      </p:sp>
      <p:sp>
        <p:nvSpPr>
          <p:cNvPr id="33" name="직사각형 32"/>
          <p:cNvSpPr/>
          <p:nvPr userDrawn="1"/>
        </p:nvSpPr>
        <p:spPr>
          <a:xfrm>
            <a:off x="9168000" y="252000"/>
            <a:ext cx="360000" cy="214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pc="-50" baseline="0" dirty="0">
                <a:solidFill>
                  <a:schemeClr val="bg1"/>
                </a:solidFill>
                <a:latin typeface="+mn-ea"/>
                <a:ea typeface="+mn-ea"/>
              </a:rPr>
              <a:t>No</a:t>
            </a:r>
            <a:endParaRPr lang="ko-KR" altLang="en-US" sz="800" spc="-5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5" name="직사각형 34"/>
          <p:cNvSpPr/>
          <p:nvPr userDrawn="1"/>
        </p:nvSpPr>
        <p:spPr>
          <a:xfrm>
            <a:off x="9528000" y="252000"/>
            <a:ext cx="2664000" cy="214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pc="-50" baseline="0" dirty="0">
                <a:solidFill>
                  <a:schemeClr val="bg1"/>
                </a:solidFill>
                <a:latin typeface="+mn-ea"/>
                <a:ea typeface="+mn-ea"/>
              </a:rPr>
              <a:t>Description</a:t>
            </a:r>
            <a:endParaRPr lang="ko-KR" altLang="en-US" sz="800" spc="-5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" name="Rectangle 45"/>
          <p:cNvSpPr>
            <a:spLocks noChangeArrowheads="1"/>
          </p:cNvSpPr>
          <p:nvPr userDrawn="1"/>
        </p:nvSpPr>
        <p:spPr bwMode="auto">
          <a:xfrm>
            <a:off x="10680000" y="-2898"/>
            <a:ext cx="576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+mn-cs"/>
              </a:rPr>
              <a:t>화면 코드</a:t>
            </a:r>
            <a:endParaRPr lang="en-US" altLang="ko-KR" sz="800" b="1" kern="1200" spc="0" baseline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2" name="텍스트 개체 틀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256000" y="11047"/>
            <a:ext cx="936000" cy="23846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r>
              <a:rPr lang="en-US" altLang="ko-KR" dirty="0"/>
              <a:t>EV-S01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DBB2C1F-29B0-979A-D661-80DEB191B38F}"/>
              </a:ext>
            </a:extLst>
          </p:cNvPr>
          <p:cNvSpPr/>
          <p:nvPr userDrawn="1"/>
        </p:nvSpPr>
        <p:spPr>
          <a:xfrm>
            <a:off x="-1" y="251585"/>
            <a:ext cx="9167999" cy="6606415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DD1878A6-3238-EA74-89EF-8F9F2122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pc="-50" baseline="0" smtClean="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8" name="텍스트 개체 틀 23">
            <a:extLst>
              <a:ext uri="{FF2B5EF4-FFF2-40B4-BE49-F238E27FC236}">
                <a16:creationId xmlns:a16="http://schemas.microsoft.com/office/drawing/2014/main" id="{942DA646-5B7D-AE3E-04EE-0BF7EB93DE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94429" y="1557656"/>
            <a:ext cx="6192000" cy="55316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buNone/>
              <a:defRPr lang="ko-KR" altLang="en-US" sz="3200" b="1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9" name="텍스트 개체 틀 3">
            <a:extLst>
              <a:ext uri="{FF2B5EF4-FFF2-40B4-BE49-F238E27FC236}">
                <a16:creationId xmlns:a16="http://schemas.microsoft.com/office/drawing/2014/main" id="{1733B229-3A38-85AD-5AEC-C20A09A856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94430" y="2619460"/>
            <a:ext cx="6192000" cy="4133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ko-KR" altLang="en-US" sz="1800" b="1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10" name="텍스트 개체 틀 3">
            <a:extLst>
              <a:ext uri="{FF2B5EF4-FFF2-40B4-BE49-F238E27FC236}">
                <a16:creationId xmlns:a16="http://schemas.microsoft.com/office/drawing/2014/main" id="{DA9CB443-3679-6B2B-3156-58382A509A4B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1494430" y="3130119"/>
            <a:ext cx="6192000" cy="2988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ko-KR" sz="1400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08D3FC0-E2B9-894A-CE21-6DD9763E92CA}"/>
              </a:ext>
            </a:extLst>
          </p:cNvPr>
          <p:cNvSpPr/>
          <p:nvPr userDrawn="1"/>
        </p:nvSpPr>
        <p:spPr>
          <a:xfrm>
            <a:off x="9182992" y="6536399"/>
            <a:ext cx="2346796" cy="21544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800" b="0" kern="1200" spc="-3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rPr>
              <a:t>© ACTOZ SOFT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60358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S]모바일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AF31E937-C055-EB07-B4C8-93A9FF216FD6}"/>
              </a:ext>
            </a:extLst>
          </p:cNvPr>
          <p:cNvSpPr/>
          <p:nvPr userDrawn="1"/>
        </p:nvSpPr>
        <p:spPr>
          <a:xfrm>
            <a:off x="0" y="251586"/>
            <a:ext cx="9167997" cy="660641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pc="-50" baseline="0">
              <a:solidFill>
                <a:prstClr val="white"/>
              </a:solidFill>
              <a:latin typeface="+mn-ea"/>
              <a:ea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2A980EE-3D82-C475-4CDE-695544DB6972}"/>
              </a:ext>
            </a:extLst>
          </p:cNvPr>
          <p:cNvSpPr/>
          <p:nvPr userDrawn="1"/>
        </p:nvSpPr>
        <p:spPr>
          <a:xfrm>
            <a:off x="3104532" y="322398"/>
            <a:ext cx="3240000" cy="648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59CDE6-EE52-0BDF-5B2B-546BB0102EF9}"/>
              </a:ext>
            </a:extLst>
          </p:cNvPr>
          <p:cNvSpPr/>
          <p:nvPr userDrawn="1"/>
        </p:nvSpPr>
        <p:spPr>
          <a:xfrm>
            <a:off x="0" y="0"/>
            <a:ext cx="12192000" cy="2515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8F7D76-829C-5B74-AAFD-D9135A6DF204}"/>
              </a:ext>
            </a:extLst>
          </p:cNvPr>
          <p:cNvSpPr/>
          <p:nvPr userDrawn="1"/>
        </p:nvSpPr>
        <p:spPr>
          <a:xfrm>
            <a:off x="9167999" y="6443998"/>
            <a:ext cx="3024001" cy="4140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11" name="Rectangle 44"/>
          <p:cNvSpPr>
            <a:spLocks noChangeArrowheads="1"/>
          </p:cNvSpPr>
          <p:nvPr userDrawn="1"/>
        </p:nvSpPr>
        <p:spPr bwMode="auto">
          <a:xfrm>
            <a:off x="-1" y="0"/>
            <a:ext cx="864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Project</a:t>
            </a:r>
          </a:p>
        </p:txBody>
      </p:sp>
      <p:sp>
        <p:nvSpPr>
          <p:cNvPr id="12" name="Rectangle 45"/>
          <p:cNvSpPr>
            <a:spLocks noChangeArrowheads="1"/>
          </p:cNvSpPr>
          <p:nvPr userDrawn="1"/>
        </p:nvSpPr>
        <p:spPr bwMode="auto">
          <a:xfrm>
            <a:off x="3480686" y="0"/>
            <a:ext cx="864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9168000" y="251999"/>
            <a:ext cx="3024000" cy="6192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20" name="Rectangle 45"/>
          <p:cNvSpPr>
            <a:spLocks noChangeArrowheads="1"/>
          </p:cNvSpPr>
          <p:nvPr userDrawn="1"/>
        </p:nvSpPr>
        <p:spPr bwMode="auto">
          <a:xfrm>
            <a:off x="9167999" y="0"/>
            <a:ext cx="576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Type</a:t>
            </a:r>
          </a:p>
        </p:txBody>
      </p:sp>
      <p:sp>
        <p:nvSpPr>
          <p:cNvPr id="24" name="텍스트 개체 틀 23"/>
          <p:cNvSpPr>
            <a:spLocks noGrp="1"/>
          </p:cNvSpPr>
          <p:nvPr>
            <p:ph type="body" sz="quarter" idx="13"/>
          </p:nvPr>
        </p:nvSpPr>
        <p:spPr>
          <a:xfrm>
            <a:off x="870101" y="0"/>
            <a:ext cx="2610585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5" name="텍스트 개체 틀 23"/>
          <p:cNvSpPr>
            <a:spLocks noGrp="1"/>
          </p:cNvSpPr>
          <p:nvPr>
            <p:ph type="body" sz="quarter" idx="14"/>
          </p:nvPr>
        </p:nvSpPr>
        <p:spPr>
          <a:xfrm>
            <a:off x="4344687" y="0"/>
            <a:ext cx="4815009" cy="25199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6" name="텍스트 개체 틀 23"/>
          <p:cNvSpPr>
            <a:spLocks noGrp="1"/>
          </p:cNvSpPr>
          <p:nvPr>
            <p:ph type="body" sz="quarter" idx="15" hasCustomPrompt="1"/>
          </p:nvPr>
        </p:nvSpPr>
        <p:spPr>
          <a:xfrm>
            <a:off x="9748150" y="0"/>
            <a:ext cx="936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모바일</a:t>
            </a:r>
          </a:p>
        </p:txBody>
      </p:sp>
      <p:sp>
        <p:nvSpPr>
          <p:cNvPr id="33" name="직사각형 32"/>
          <p:cNvSpPr/>
          <p:nvPr userDrawn="1"/>
        </p:nvSpPr>
        <p:spPr>
          <a:xfrm>
            <a:off x="9168000" y="252000"/>
            <a:ext cx="360000" cy="214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pc="-50" baseline="0" dirty="0">
                <a:solidFill>
                  <a:schemeClr val="bg1"/>
                </a:solidFill>
                <a:latin typeface="+mn-ea"/>
                <a:ea typeface="+mn-ea"/>
              </a:rPr>
              <a:t>No</a:t>
            </a:r>
            <a:endParaRPr lang="ko-KR" altLang="en-US" sz="800" spc="-5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5" name="직사각형 34"/>
          <p:cNvSpPr/>
          <p:nvPr userDrawn="1"/>
        </p:nvSpPr>
        <p:spPr>
          <a:xfrm>
            <a:off x="9528000" y="252000"/>
            <a:ext cx="2664000" cy="214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pc="-50" baseline="0" dirty="0">
                <a:solidFill>
                  <a:schemeClr val="bg1"/>
                </a:solidFill>
                <a:latin typeface="+mn-ea"/>
                <a:ea typeface="+mn-ea"/>
              </a:rPr>
              <a:t>Description</a:t>
            </a:r>
            <a:endParaRPr lang="ko-KR" altLang="en-US" sz="800" spc="-5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" name="Rectangle 45"/>
          <p:cNvSpPr>
            <a:spLocks noChangeArrowheads="1"/>
          </p:cNvSpPr>
          <p:nvPr userDrawn="1"/>
        </p:nvSpPr>
        <p:spPr bwMode="auto">
          <a:xfrm>
            <a:off x="10680000" y="-2898"/>
            <a:ext cx="576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+mn-cs"/>
              </a:rPr>
              <a:t>화면 코드</a:t>
            </a:r>
            <a:endParaRPr lang="en-US" altLang="ko-KR" sz="800" b="1" kern="1200" spc="0" baseline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2" name="텍스트 개체 틀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256000" y="11047"/>
            <a:ext cx="936000" cy="23846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r>
              <a:rPr lang="en-US" altLang="ko-KR" dirty="0"/>
              <a:t>EV-M01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DBB2C1F-29B0-979A-D661-80DEB191B38F}"/>
              </a:ext>
            </a:extLst>
          </p:cNvPr>
          <p:cNvSpPr/>
          <p:nvPr userDrawn="1"/>
        </p:nvSpPr>
        <p:spPr>
          <a:xfrm>
            <a:off x="-1" y="251585"/>
            <a:ext cx="9167999" cy="6606415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DD1878A6-3238-EA74-89EF-8F9F2122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pc="-50" baseline="0" smtClean="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591E03-44A8-3A25-BA76-ACC8BB032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04530" y="1216571"/>
            <a:ext cx="3240000" cy="28007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lang="en-US" altLang="ko-KR" sz="1800" b="1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09BD5996-7EFB-CF32-1F7D-8E6F1069CE5C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3104529" y="1582880"/>
            <a:ext cx="3239999" cy="21598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lang="en-US" altLang="ko-KR" sz="1100" b="0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927375E-C253-AB2C-E09C-352B0DBF5CCD}"/>
              </a:ext>
            </a:extLst>
          </p:cNvPr>
          <p:cNvSpPr/>
          <p:nvPr userDrawn="1"/>
        </p:nvSpPr>
        <p:spPr>
          <a:xfrm>
            <a:off x="9182992" y="6536399"/>
            <a:ext cx="2346796" cy="21544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800" b="0" kern="1200" spc="-3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rPr>
              <a:t>© ACTOZ SOFT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7323032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S]모바일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>
            <a:extLst>
              <a:ext uri="{FF2B5EF4-FFF2-40B4-BE49-F238E27FC236}">
                <a16:creationId xmlns:a16="http://schemas.microsoft.com/office/drawing/2014/main" id="{AF31E937-C055-EB07-B4C8-93A9FF216FD6}"/>
              </a:ext>
            </a:extLst>
          </p:cNvPr>
          <p:cNvSpPr/>
          <p:nvPr userDrawn="1"/>
        </p:nvSpPr>
        <p:spPr>
          <a:xfrm>
            <a:off x="0" y="251586"/>
            <a:ext cx="9167997" cy="660641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pc="-50" baseline="0">
              <a:solidFill>
                <a:prstClr val="white"/>
              </a:solidFill>
              <a:latin typeface="+mn-ea"/>
              <a:ea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2A980EE-3D82-C475-4CDE-695544DB6972}"/>
              </a:ext>
            </a:extLst>
          </p:cNvPr>
          <p:cNvSpPr/>
          <p:nvPr userDrawn="1"/>
        </p:nvSpPr>
        <p:spPr>
          <a:xfrm>
            <a:off x="1172926" y="322398"/>
            <a:ext cx="3240000" cy="648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59CDE6-EE52-0BDF-5B2B-546BB0102EF9}"/>
              </a:ext>
            </a:extLst>
          </p:cNvPr>
          <p:cNvSpPr/>
          <p:nvPr userDrawn="1"/>
        </p:nvSpPr>
        <p:spPr>
          <a:xfrm>
            <a:off x="0" y="0"/>
            <a:ext cx="12192000" cy="2515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A88F7D76-829C-5B74-AAFD-D9135A6DF204}"/>
              </a:ext>
            </a:extLst>
          </p:cNvPr>
          <p:cNvSpPr/>
          <p:nvPr userDrawn="1"/>
        </p:nvSpPr>
        <p:spPr>
          <a:xfrm>
            <a:off x="9167999" y="6443998"/>
            <a:ext cx="3024001" cy="4140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11" name="Rectangle 44"/>
          <p:cNvSpPr>
            <a:spLocks noChangeArrowheads="1"/>
          </p:cNvSpPr>
          <p:nvPr userDrawn="1"/>
        </p:nvSpPr>
        <p:spPr bwMode="auto">
          <a:xfrm>
            <a:off x="-1" y="0"/>
            <a:ext cx="864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Project</a:t>
            </a:r>
          </a:p>
        </p:txBody>
      </p:sp>
      <p:sp>
        <p:nvSpPr>
          <p:cNvPr id="12" name="Rectangle 45"/>
          <p:cNvSpPr>
            <a:spLocks noChangeArrowheads="1"/>
          </p:cNvSpPr>
          <p:nvPr userDrawn="1"/>
        </p:nvSpPr>
        <p:spPr bwMode="auto">
          <a:xfrm>
            <a:off x="3480686" y="0"/>
            <a:ext cx="864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9168000" y="251999"/>
            <a:ext cx="3024000" cy="6192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20" name="Rectangle 45"/>
          <p:cNvSpPr>
            <a:spLocks noChangeArrowheads="1"/>
          </p:cNvSpPr>
          <p:nvPr userDrawn="1"/>
        </p:nvSpPr>
        <p:spPr bwMode="auto">
          <a:xfrm>
            <a:off x="9167999" y="0"/>
            <a:ext cx="576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Type</a:t>
            </a:r>
          </a:p>
        </p:txBody>
      </p:sp>
      <p:sp>
        <p:nvSpPr>
          <p:cNvPr id="24" name="텍스트 개체 틀 23"/>
          <p:cNvSpPr>
            <a:spLocks noGrp="1"/>
          </p:cNvSpPr>
          <p:nvPr>
            <p:ph type="body" sz="quarter" idx="13"/>
          </p:nvPr>
        </p:nvSpPr>
        <p:spPr>
          <a:xfrm>
            <a:off x="870101" y="0"/>
            <a:ext cx="2610585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5" name="텍스트 개체 틀 23"/>
          <p:cNvSpPr>
            <a:spLocks noGrp="1"/>
          </p:cNvSpPr>
          <p:nvPr>
            <p:ph type="body" sz="quarter" idx="14"/>
          </p:nvPr>
        </p:nvSpPr>
        <p:spPr>
          <a:xfrm>
            <a:off x="4344687" y="0"/>
            <a:ext cx="4815009" cy="25199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6" name="텍스트 개체 틀 23"/>
          <p:cNvSpPr>
            <a:spLocks noGrp="1"/>
          </p:cNvSpPr>
          <p:nvPr>
            <p:ph type="body" sz="quarter" idx="15" hasCustomPrompt="1"/>
          </p:nvPr>
        </p:nvSpPr>
        <p:spPr>
          <a:xfrm>
            <a:off x="9748150" y="0"/>
            <a:ext cx="936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모바일</a:t>
            </a:r>
          </a:p>
        </p:txBody>
      </p:sp>
      <p:sp>
        <p:nvSpPr>
          <p:cNvPr id="33" name="직사각형 32"/>
          <p:cNvSpPr/>
          <p:nvPr userDrawn="1"/>
        </p:nvSpPr>
        <p:spPr>
          <a:xfrm>
            <a:off x="9168000" y="252000"/>
            <a:ext cx="360000" cy="214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pc="-50" baseline="0" dirty="0">
                <a:solidFill>
                  <a:schemeClr val="bg1"/>
                </a:solidFill>
                <a:latin typeface="+mn-ea"/>
                <a:ea typeface="+mn-ea"/>
              </a:rPr>
              <a:t>No</a:t>
            </a:r>
            <a:endParaRPr lang="ko-KR" altLang="en-US" sz="800" spc="-5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5" name="직사각형 34"/>
          <p:cNvSpPr/>
          <p:nvPr userDrawn="1"/>
        </p:nvSpPr>
        <p:spPr>
          <a:xfrm>
            <a:off x="9528000" y="252000"/>
            <a:ext cx="2664000" cy="214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pc="-50" baseline="0" dirty="0">
                <a:solidFill>
                  <a:schemeClr val="bg1"/>
                </a:solidFill>
                <a:latin typeface="+mn-ea"/>
                <a:ea typeface="+mn-ea"/>
              </a:rPr>
              <a:t>Description</a:t>
            </a:r>
            <a:endParaRPr lang="ko-KR" altLang="en-US" sz="800" spc="-5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21" name="Rectangle 45"/>
          <p:cNvSpPr>
            <a:spLocks noChangeArrowheads="1"/>
          </p:cNvSpPr>
          <p:nvPr userDrawn="1"/>
        </p:nvSpPr>
        <p:spPr bwMode="auto">
          <a:xfrm>
            <a:off x="10680000" y="-2898"/>
            <a:ext cx="576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+mn-cs"/>
              </a:rPr>
              <a:t>화면 코드</a:t>
            </a:r>
            <a:endParaRPr lang="en-US" altLang="ko-KR" sz="800" b="1" kern="1200" spc="0" baseline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22" name="텍스트 개체 틀 23"/>
          <p:cNvSpPr>
            <a:spLocks noGrp="1"/>
          </p:cNvSpPr>
          <p:nvPr>
            <p:ph type="body" sz="quarter" idx="18" hasCustomPrompt="1"/>
          </p:nvPr>
        </p:nvSpPr>
        <p:spPr>
          <a:xfrm>
            <a:off x="11256000" y="11047"/>
            <a:ext cx="936000" cy="23846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r>
              <a:rPr lang="en-US" altLang="ko-KR" dirty="0"/>
              <a:t>EV-MA201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DBB2C1F-29B0-979A-D661-80DEB191B38F}"/>
              </a:ext>
            </a:extLst>
          </p:cNvPr>
          <p:cNvSpPr/>
          <p:nvPr userDrawn="1"/>
        </p:nvSpPr>
        <p:spPr>
          <a:xfrm>
            <a:off x="-1" y="251585"/>
            <a:ext cx="9167999" cy="6606415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2" name="슬라이드 번호 개체 틀 4">
            <a:extLst>
              <a:ext uri="{FF2B5EF4-FFF2-40B4-BE49-F238E27FC236}">
                <a16:creationId xmlns:a16="http://schemas.microsoft.com/office/drawing/2014/main" id="{DD1878A6-3238-EA74-89EF-8F9F21227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pc="-50" baseline="0" smtClean="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591E03-44A8-3A25-BA76-ACC8BB032C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2924" y="1216571"/>
            <a:ext cx="3240000" cy="28007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lang="en-US" altLang="ko-KR" sz="1800" b="1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09BD5996-7EFB-CF32-1F7D-8E6F1069CE5C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1172924" y="1582880"/>
            <a:ext cx="3240000" cy="21598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lang="en-US" altLang="ko-KR" sz="1100" b="0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1FF93EE-B5AC-DA06-87A9-928ED7D589AB}"/>
              </a:ext>
            </a:extLst>
          </p:cNvPr>
          <p:cNvSpPr/>
          <p:nvPr userDrawn="1"/>
        </p:nvSpPr>
        <p:spPr>
          <a:xfrm>
            <a:off x="4745655" y="322398"/>
            <a:ext cx="3240000" cy="648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806E8D35-E543-D38F-C329-517EE231C0D4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745653" y="1216571"/>
            <a:ext cx="3240000" cy="28007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lang="en-US" altLang="ko-KR" sz="1800" b="1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37B9E1A1-F5C6-F39D-4F6E-0BE197650EAD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745652" y="1582880"/>
            <a:ext cx="3239999" cy="21598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lang="en-US" altLang="ko-KR" sz="1100" b="0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706F9AC-9F68-9232-1FAC-CC294B234976}"/>
              </a:ext>
            </a:extLst>
          </p:cNvPr>
          <p:cNvSpPr/>
          <p:nvPr userDrawn="1"/>
        </p:nvSpPr>
        <p:spPr>
          <a:xfrm>
            <a:off x="9182992" y="6536399"/>
            <a:ext cx="2346796" cy="21544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800" b="0" kern="1200" spc="-3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rPr>
              <a:t>© ACTOZ SOFT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6000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S]마침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 userDrawn="1"/>
        </p:nvGrpSpPr>
        <p:grpSpPr>
          <a:xfrm>
            <a:off x="4397458" y="2744905"/>
            <a:ext cx="3397085" cy="1368190"/>
            <a:chOff x="4397462" y="2861680"/>
            <a:chExt cx="3397085" cy="1368190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9747FFD0-E831-43D6-8BCA-539E65EE141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11780" y="2861680"/>
              <a:ext cx="3168440" cy="0"/>
            </a:xfrm>
            <a:prstGeom prst="line">
              <a:avLst/>
            </a:prstGeom>
            <a:ln w="60325" cap="rnd">
              <a:solidFill>
                <a:srgbClr val="2301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46FD4089-56FE-44A1-BED3-57B90AB9CBE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97462" y="4229870"/>
              <a:ext cx="3397085" cy="0"/>
            </a:xfrm>
            <a:prstGeom prst="line">
              <a:avLst/>
            </a:prstGeom>
            <a:ln w="19050" cap="rnd">
              <a:solidFill>
                <a:srgbClr val="2301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BCEBE2F-5DA2-4181-9EA4-1B8681BC5FF5}"/>
                </a:ext>
              </a:extLst>
            </p:cNvPr>
            <p:cNvSpPr/>
            <p:nvPr userDrawn="1"/>
          </p:nvSpPr>
          <p:spPr>
            <a:xfrm>
              <a:off x="4770708" y="3189257"/>
              <a:ext cx="265059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4000" b="1" kern="1200" spc="-8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  <a:cs typeface="+mn-cs"/>
                </a:rPr>
                <a:t>Thank You</a:t>
              </a:r>
              <a:endParaRPr lang="ko-KR" altLang="en-US" sz="4000" b="1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endParaRPr>
            </a:p>
          </p:txBody>
        </p: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4BE800B8-2CFF-B1BC-141F-1BA0E68092A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" r="2098"/>
          <a:stretch/>
        </p:blipFill>
        <p:spPr bwMode="auto">
          <a:xfrm>
            <a:off x="5642705" y="6408767"/>
            <a:ext cx="906589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8651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2" descr="eyedentitygames logo png에 대한 이미지 검색결과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34" t="28647" r="228" b="41428"/>
          <a:stretch/>
        </p:blipFill>
        <p:spPr bwMode="auto">
          <a:xfrm>
            <a:off x="5376000" y="6500766"/>
            <a:ext cx="1440000" cy="23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4">
            <a:extLst>
              <a:ext uri="{FF2B5EF4-FFF2-40B4-BE49-F238E27FC236}">
                <a16:creationId xmlns:a16="http://schemas.microsoft.com/office/drawing/2014/main" id="{A6C98236-02AA-AF94-2B9B-4A75049C49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48250" y="6501935"/>
            <a:ext cx="2201244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/>
            <a:r>
              <a:rPr lang="en-US" altLang="ko-KR" sz="900" spc="-50" baseline="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*</a:t>
            </a:r>
            <a:r>
              <a:rPr lang="ko-KR" altLang="en-US" sz="900" spc="-50" baseline="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이 문서는 </a:t>
            </a:r>
            <a:r>
              <a:rPr lang="ko-KR" altLang="en-US" sz="900" spc="-50" baseline="0" dirty="0" err="1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맑은고딕으로</a:t>
            </a:r>
            <a:r>
              <a:rPr lang="ko-KR" altLang="en-US" sz="900" spc="-50" baseline="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 작성되었습니다</a:t>
            </a:r>
            <a:r>
              <a:rPr lang="en-US" altLang="ko-KR" sz="900" spc="-50" baseline="0" dirty="0"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</a:rPr>
              <a:t>.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C09549E6-8E98-729D-1B04-1AC9428A36F6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7268489"/>
              </p:ext>
            </p:extLst>
          </p:nvPr>
        </p:nvGraphicFramePr>
        <p:xfrm>
          <a:off x="403906" y="4622452"/>
          <a:ext cx="4076857" cy="114300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31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5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문서 버전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최종문서수정일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800" b="1" kern="1200" spc="-5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문서작성자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800" b="1" kern="1200" spc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MEMO</a:t>
                      </a:r>
                      <a:endParaRPr lang="ko-KR" altLang="en-US" sz="800" b="1" kern="1200" spc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73E76855-FFD1-6AD6-B7EA-52CA789F57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3906" y="1140154"/>
            <a:ext cx="2450966" cy="397628"/>
          </a:xfrm>
          <a:prstGeom prst="rect">
            <a:avLst/>
          </a:prstGeom>
          <a:noFill/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400" b="1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23" name="제목 29">
            <a:extLst>
              <a:ext uri="{FF2B5EF4-FFF2-40B4-BE49-F238E27FC236}">
                <a16:creationId xmlns:a16="http://schemas.microsoft.com/office/drawing/2014/main" id="{29E03886-C375-F990-EA4C-5E2C7C1A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906" y="1597632"/>
            <a:ext cx="11312472" cy="632448"/>
          </a:xfrm>
          <a:prstGeom prst="rect">
            <a:avLst/>
          </a:prstGeom>
        </p:spPr>
        <p:txBody>
          <a:bodyPr anchor="ctr"/>
          <a:lstStyle>
            <a:lvl1pPr>
              <a:defRPr lang="ko-KR" altLang="en-US" sz="2800" b="1" kern="1200" spc="-5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2BF3D4CC-E15F-A78A-160D-F44D697993BC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1345677" y="4622452"/>
            <a:ext cx="3135087" cy="284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altLang="ko-KR" sz="90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25" name="텍스트 개체 틀 3">
            <a:extLst>
              <a:ext uri="{FF2B5EF4-FFF2-40B4-BE49-F238E27FC236}">
                <a16:creationId xmlns:a16="http://schemas.microsoft.com/office/drawing/2014/main" id="{6AA942D5-6AEF-CDB4-4F72-595992A88D1E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1345677" y="4909556"/>
            <a:ext cx="3135087" cy="284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altLang="ko-KR" sz="90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26" name="텍스트 개체 틀 3">
            <a:extLst>
              <a:ext uri="{FF2B5EF4-FFF2-40B4-BE49-F238E27FC236}">
                <a16:creationId xmlns:a16="http://schemas.microsoft.com/office/drawing/2014/main" id="{F9A4F1DA-889B-7E8E-20C9-ADA45006A22D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1345676" y="5193956"/>
            <a:ext cx="3135087" cy="284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altLang="ko-KR" sz="90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27" name="텍스트 개체 틀 3">
            <a:extLst>
              <a:ext uri="{FF2B5EF4-FFF2-40B4-BE49-F238E27FC236}">
                <a16:creationId xmlns:a16="http://schemas.microsoft.com/office/drawing/2014/main" id="{54DF682D-2E4C-F82F-A9BD-EE87CD8DFC2D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1345676" y="5478356"/>
            <a:ext cx="3135087" cy="284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altLang="ko-KR" sz="90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739024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EG]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4">
            <a:extLst>
              <a:ext uri="{FF2B5EF4-FFF2-40B4-BE49-F238E27FC236}">
                <a16:creationId xmlns:a16="http://schemas.microsoft.com/office/drawing/2014/main" id="{2B6DDCE7-F1E4-D718-8FCD-E337E37DA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mtClean="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4" name="제목 29">
            <a:extLst>
              <a:ext uri="{FF2B5EF4-FFF2-40B4-BE49-F238E27FC236}">
                <a16:creationId xmlns:a16="http://schemas.microsoft.com/office/drawing/2014/main" id="{2D8EBD89-9A91-FCCF-2EEB-600A1CB32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190" y="125233"/>
            <a:ext cx="9576836" cy="459801"/>
          </a:xfrm>
          <a:prstGeom prst="rect">
            <a:avLst/>
          </a:prstGeom>
        </p:spPr>
        <p:txBody>
          <a:bodyPr anchor="ctr"/>
          <a:lstStyle>
            <a:lvl1pPr>
              <a:defRPr lang="ko-KR" altLang="en-US" sz="2000" b="1" kern="1200" spc="-8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1FDB6B39-1B19-FD97-B3EF-70F6506E1AB4}"/>
              </a:ext>
            </a:extLst>
          </p:cNvPr>
          <p:cNvCxnSpPr>
            <a:cxnSpLocks/>
          </p:cNvCxnSpPr>
          <p:nvPr userDrawn="1"/>
        </p:nvCxnSpPr>
        <p:spPr>
          <a:xfrm>
            <a:off x="-9239" y="637615"/>
            <a:ext cx="1219200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2F0F1412-3D57-C199-579A-02583BE3EE87}"/>
              </a:ext>
            </a:extLst>
          </p:cNvPr>
          <p:cNvSpPr/>
          <p:nvPr userDrawn="1"/>
        </p:nvSpPr>
        <p:spPr>
          <a:xfrm>
            <a:off x="9182992" y="6532496"/>
            <a:ext cx="2139368" cy="200055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700" b="0" kern="1200" spc="-3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+mn-cs"/>
              </a:rPr>
              <a:t>© EYEDENTITY GAMES INC. ALL RIGHTS RESERVED.</a:t>
            </a:r>
          </a:p>
        </p:txBody>
      </p:sp>
      <p:pic>
        <p:nvPicPr>
          <p:cNvPr id="7" name="Picture 2" descr="eyedentitygames logo png에 대한 이미지 검색결과">
            <a:extLst>
              <a:ext uri="{FF2B5EF4-FFF2-40B4-BE49-F238E27FC236}">
                <a16:creationId xmlns:a16="http://schemas.microsoft.com/office/drawing/2014/main" id="{B9C1835A-6776-5A4F-27E6-F9247E90A8C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34" t="28647" r="228" b="41428"/>
          <a:stretch/>
        </p:blipFill>
        <p:spPr bwMode="auto">
          <a:xfrm>
            <a:off x="10508991" y="236208"/>
            <a:ext cx="1440000" cy="23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3872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EG] 공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eyedentitygames logo png에 대한 이미지 검색결과">
            <a:extLst>
              <a:ext uri="{FF2B5EF4-FFF2-40B4-BE49-F238E27FC236}">
                <a16:creationId xmlns:a16="http://schemas.microsoft.com/office/drawing/2014/main" id="{C7B504D0-C70D-286C-C37F-1838EF8DC7D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34" t="28647" r="228" b="41428"/>
          <a:stretch/>
        </p:blipFill>
        <p:spPr bwMode="auto">
          <a:xfrm>
            <a:off x="10508991" y="236208"/>
            <a:ext cx="1440000" cy="23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슬라이드 번호 개체 틀 4">
            <a:extLst>
              <a:ext uri="{FF2B5EF4-FFF2-40B4-BE49-F238E27FC236}">
                <a16:creationId xmlns:a16="http://schemas.microsoft.com/office/drawing/2014/main" id="{6DF2EBC6-DB9B-995A-A45B-89D1E1DBB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mtClean="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52E2524-FBFA-09CC-E743-07DEDF1B7B8D}"/>
              </a:ext>
            </a:extLst>
          </p:cNvPr>
          <p:cNvSpPr/>
          <p:nvPr userDrawn="1"/>
        </p:nvSpPr>
        <p:spPr>
          <a:xfrm>
            <a:off x="9182992" y="6532496"/>
            <a:ext cx="2139368" cy="200055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700" b="0" kern="1200" spc="-3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+mn-cs"/>
              </a:rPr>
              <a:t>© EYEDENTITY GAMES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114719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EG]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4729C994-DD75-A80F-D694-ACB5FD9FD3EE}"/>
              </a:ext>
            </a:extLst>
          </p:cNvPr>
          <p:cNvCxnSpPr>
            <a:cxnSpLocks/>
          </p:cNvCxnSpPr>
          <p:nvPr userDrawn="1"/>
        </p:nvCxnSpPr>
        <p:spPr>
          <a:xfrm>
            <a:off x="3368761" y="2531480"/>
            <a:ext cx="5400000" cy="0"/>
          </a:xfrm>
          <a:prstGeom prst="line">
            <a:avLst/>
          </a:prstGeom>
          <a:ln w="60325" cap="rnd">
            <a:solidFill>
              <a:srgbClr val="230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989C5D5B-9F6D-B387-049F-B34A46E8D547}"/>
              </a:ext>
            </a:extLst>
          </p:cNvPr>
          <p:cNvCxnSpPr>
            <a:cxnSpLocks/>
          </p:cNvCxnSpPr>
          <p:nvPr userDrawn="1"/>
        </p:nvCxnSpPr>
        <p:spPr>
          <a:xfrm>
            <a:off x="3368761" y="3899670"/>
            <a:ext cx="5400000" cy="0"/>
          </a:xfrm>
          <a:prstGeom prst="line">
            <a:avLst/>
          </a:prstGeom>
          <a:ln w="19050" cap="rnd">
            <a:solidFill>
              <a:srgbClr val="230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21">
            <a:extLst>
              <a:ext uri="{FF2B5EF4-FFF2-40B4-BE49-F238E27FC236}">
                <a16:creationId xmlns:a16="http://schemas.microsoft.com/office/drawing/2014/main" id="{26DE1444-6A6C-1605-86CB-B0B1EF124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8761" y="2859057"/>
            <a:ext cx="5400000" cy="709200"/>
          </a:xfrm>
          <a:prstGeom prst="rect">
            <a:avLst/>
          </a:prstGeom>
        </p:spPr>
        <p:txBody>
          <a:bodyPr anchor="ctr"/>
          <a:lstStyle>
            <a:lvl1pPr algn="ctr">
              <a:defRPr lang="ko-KR" altLang="en-US" sz="3800" b="1" kern="1200" spc="-8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8" name="Picture 2" descr="eyedentitygames logo png에 대한 이미지 검색결과">
            <a:extLst>
              <a:ext uri="{FF2B5EF4-FFF2-40B4-BE49-F238E27FC236}">
                <a16:creationId xmlns:a16="http://schemas.microsoft.com/office/drawing/2014/main" id="{D3BC1F7D-5F6C-D124-6986-E793716BBAA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34" t="28647" r="228" b="41428"/>
          <a:stretch/>
        </p:blipFill>
        <p:spPr bwMode="auto">
          <a:xfrm>
            <a:off x="10508991" y="236208"/>
            <a:ext cx="1440000" cy="23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슬라이드 번호 개체 틀 4">
            <a:extLst>
              <a:ext uri="{FF2B5EF4-FFF2-40B4-BE49-F238E27FC236}">
                <a16:creationId xmlns:a16="http://schemas.microsoft.com/office/drawing/2014/main" id="{9C842DD6-BA42-1FFE-EEA5-35EE7208D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mtClean="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2D7551E-1C2C-D3AF-8ECD-B50A7297B4A0}"/>
              </a:ext>
            </a:extLst>
          </p:cNvPr>
          <p:cNvSpPr/>
          <p:nvPr userDrawn="1"/>
        </p:nvSpPr>
        <p:spPr>
          <a:xfrm>
            <a:off x="9182992" y="6532496"/>
            <a:ext cx="2139368" cy="200055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700" b="0" kern="1200" spc="-3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+mn-ea"/>
                <a:ea typeface="+mn-ea"/>
                <a:cs typeface="+mn-cs"/>
              </a:rPr>
              <a:t>© EYEDENTITY GAMES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0539728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EG]풀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3FBA544-9C75-FFA5-F1F0-0808D5C21274}"/>
              </a:ext>
            </a:extLst>
          </p:cNvPr>
          <p:cNvSpPr/>
          <p:nvPr userDrawn="1"/>
        </p:nvSpPr>
        <p:spPr>
          <a:xfrm>
            <a:off x="0" y="0"/>
            <a:ext cx="12192000" cy="2515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307489B-F71C-3661-C346-B0051A83A6E1}"/>
              </a:ext>
            </a:extLst>
          </p:cNvPr>
          <p:cNvSpPr/>
          <p:nvPr userDrawn="1"/>
        </p:nvSpPr>
        <p:spPr>
          <a:xfrm>
            <a:off x="9167999" y="6443998"/>
            <a:ext cx="3024001" cy="4140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4" name="Rectangle 44">
            <a:extLst>
              <a:ext uri="{FF2B5EF4-FFF2-40B4-BE49-F238E27FC236}">
                <a16:creationId xmlns:a16="http://schemas.microsoft.com/office/drawing/2014/main" id="{9AE894A8-A73A-999F-246F-205E3B172C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" y="0"/>
            <a:ext cx="864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Project</a:t>
            </a:r>
          </a:p>
        </p:txBody>
      </p:sp>
      <p:sp>
        <p:nvSpPr>
          <p:cNvPr id="5" name="Rectangle 45">
            <a:extLst>
              <a:ext uri="{FF2B5EF4-FFF2-40B4-BE49-F238E27FC236}">
                <a16:creationId xmlns:a16="http://schemas.microsoft.com/office/drawing/2014/main" id="{EC49A6C6-B4D6-3633-65C9-1A58061FA2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80686" y="0"/>
            <a:ext cx="864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B7FE0B9-916C-B8D0-3831-824FEB0E98C5}"/>
              </a:ext>
            </a:extLst>
          </p:cNvPr>
          <p:cNvSpPr/>
          <p:nvPr userDrawn="1"/>
        </p:nvSpPr>
        <p:spPr>
          <a:xfrm>
            <a:off x="9168000" y="251999"/>
            <a:ext cx="3024000" cy="6192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Rectangle 45">
            <a:extLst>
              <a:ext uri="{FF2B5EF4-FFF2-40B4-BE49-F238E27FC236}">
                <a16:creationId xmlns:a16="http://schemas.microsoft.com/office/drawing/2014/main" id="{927EECB3-5CE8-C4D1-D73A-BD28A4263E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67999" y="0"/>
            <a:ext cx="576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Type</a:t>
            </a:r>
          </a:p>
        </p:txBody>
      </p:sp>
      <p:sp>
        <p:nvSpPr>
          <p:cNvPr id="9" name="텍스트 개체 틀 23">
            <a:extLst>
              <a:ext uri="{FF2B5EF4-FFF2-40B4-BE49-F238E27FC236}">
                <a16:creationId xmlns:a16="http://schemas.microsoft.com/office/drawing/2014/main" id="{DDC52C76-109B-9EBC-71DD-6CEF40CE28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0101" y="0"/>
            <a:ext cx="2610585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텍스트 개체 틀 23">
            <a:extLst>
              <a:ext uri="{FF2B5EF4-FFF2-40B4-BE49-F238E27FC236}">
                <a16:creationId xmlns:a16="http://schemas.microsoft.com/office/drawing/2014/main" id="{9F370F45-6328-B219-0496-05C3FD7BF1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44687" y="0"/>
            <a:ext cx="4815009" cy="25199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1" name="텍스트 개체 틀 23">
            <a:extLst>
              <a:ext uri="{FF2B5EF4-FFF2-40B4-BE49-F238E27FC236}">
                <a16:creationId xmlns:a16="http://schemas.microsoft.com/office/drawing/2014/main" id="{304F4A7F-52A1-67E0-BF96-0262EDBA448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48150" y="0"/>
            <a:ext cx="936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r>
              <a:rPr lang="ko-KR" altLang="en-US" dirty="0"/>
              <a:t>풀페이지</a:t>
            </a:r>
          </a:p>
        </p:txBody>
      </p:sp>
      <p:sp>
        <p:nvSpPr>
          <p:cNvPr id="12" name="텍스트 개체 틀 23">
            <a:extLst>
              <a:ext uri="{FF2B5EF4-FFF2-40B4-BE49-F238E27FC236}">
                <a16:creationId xmlns:a16="http://schemas.microsoft.com/office/drawing/2014/main" id="{30E88D9C-8D1F-1F1A-85F6-8E7A5641A5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1557656"/>
            <a:ext cx="9167998" cy="55316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buNone/>
              <a:defRPr lang="ko-KR" altLang="en-US" sz="3200" b="1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4" name="텍스트 개체 틀 3">
            <a:extLst>
              <a:ext uri="{FF2B5EF4-FFF2-40B4-BE49-F238E27FC236}">
                <a16:creationId xmlns:a16="http://schemas.microsoft.com/office/drawing/2014/main" id="{9FC6EE13-2338-2824-47C9-13EDBD96B9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19988" y="2619460"/>
            <a:ext cx="5192305" cy="413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ko-KR" altLang="en-US" sz="1800" b="1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15" name="텍스트 개체 틀 3">
            <a:extLst>
              <a:ext uri="{FF2B5EF4-FFF2-40B4-BE49-F238E27FC236}">
                <a16:creationId xmlns:a16="http://schemas.microsoft.com/office/drawing/2014/main" id="{CEBD0ADA-B4B6-9FF4-C769-F10FB6B4A731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2119988" y="3130119"/>
            <a:ext cx="5192305" cy="298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altLang="ko-KR" sz="1400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DB7B3C2-6A67-3EAA-85AD-794E426F1FE1}"/>
              </a:ext>
            </a:extLst>
          </p:cNvPr>
          <p:cNvSpPr/>
          <p:nvPr userDrawn="1"/>
        </p:nvSpPr>
        <p:spPr>
          <a:xfrm>
            <a:off x="9168000" y="252000"/>
            <a:ext cx="360000" cy="214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pc="-50" baseline="0" dirty="0">
                <a:solidFill>
                  <a:schemeClr val="bg1"/>
                </a:solidFill>
                <a:latin typeface="+mn-ea"/>
                <a:ea typeface="+mn-ea"/>
              </a:rPr>
              <a:t>No</a:t>
            </a:r>
            <a:endParaRPr lang="ko-KR" altLang="en-US" sz="800" spc="-5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83566B6-BA88-6D79-7F38-5A6D2CE7DF69}"/>
              </a:ext>
            </a:extLst>
          </p:cNvPr>
          <p:cNvSpPr/>
          <p:nvPr userDrawn="1"/>
        </p:nvSpPr>
        <p:spPr>
          <a:xfrm>
            <a:off x="9528000" y="252000"/>
            <a:ext cx="2664000" cy="214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pc="-50" baseline="0" dirty="0">
                <a:solidFill>
                  <a:schemeClr val="bg1"/>
                </a:solidFill>
                <a:latin typeface="+mn-ea"/>
                <a:ea typeface="+mn-ea"/>
              </a:rPr>
              <a:t>Description</a:t>
            </a:r>
            <a:endParaRPr lang="ko-KR" altLang="en-US" sz="800" spc="-5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8" name="Rectangle 45">
            <a:extLst>
              <a:ext uri="{FF2B5EF4-FFF2-40B4-BE49-F238E27FC236}">
                <a16:creationId xmlns:a16="http://schemas.microsoft.com/office/drawing/2014/main" id="{6EEAF4D7-3CA2-80E2-5626-4DB91CE16A5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680000" y="-2898"/>
            <a:ext cx="576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800" b="1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+mn-cs"/>
              </a:rPr>
              <a:t>화면 코드</a:t>
            </a:r>
            <a:endParaRPr lang="en-US" altLang="ko-KR" sz="800" b="1" kern="1200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9" name="텍스트 개체 틀 23">
            <a:extLst>
              <a:ext uri="{FF2B5EF4-FFF2-40B4-BE49-F238E27FC236}">
                <a16:creationId xmlns:a16="http://schemas.microsoft.com/office/drawing/2014/main" id="{2F6A06B4-3AC7-9E23-9324-FF891CBCB5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256000" y="11047"/>
            <a:ext cx="936000" cy="23846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r>
              <a:rPr lang="en-US" altLang="ko-KR" dirty="0"/>
              <a:t>EV-LO01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BCFBCE7B-D858-E425-D8FC-77BBDD0B8A5E}"/>
              </a:ext>
            </a:extLst>
          </p:cNvPr>
          <p:cNvSpPr/>
          <p:nvPr userDrawn="1"/>
        </p:nvSpPr>
        <p:spPr>
          <a:xfrm>
            <a:off x="-1" y="251585"/>
            <a:ext cx="9167999" cy="6606415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슬라이드 번호 개체 틀 4">
            <a:extLst>
              <a:ext uri="{FF2B5EF4-FFF2-40B4-BE49-F238E27FC236}">
                <a16:creationId xmlns:a16="http://schemas.microsoft.com/office/drawing/2014/main" id="{DBB73E47-4D13-ADA3-CD09-DBAAE4B5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pc="-50" baseline="0" smtClean="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3F80695-2CBD-17C2-54CD-08555C5526AB}"/>
              </a:ext>
            </a:extLst>
          </p:cNvPr>
          <p:cNvSpPr/>
          <p:nvPr userDrawn="1"/>
        </p:nvSpPr>
        <p:spPr>
          <a:xfrm>
            <a:off x="9182992" y="6536399"/>
            <a:ext cx="2445541" cy="21544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800" b="0" kern="1200" spc="-3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rPr>
              <a:t>© EYEDENTITY GAMES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374761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EG]공지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3F38263-5927-F0C9-F5A3-6A51DA56C383}"/>
              </a:ext>
            </a:extLst>
          </p:cNvPr>
          <p:cNvSpPr/>
          <p:nvPr userDrawn="1"/>
        </p:nvSpPr>
        <p:spPr>
          <a:xfrm>
            <a:off x="0" y="251586"/>
            <a:ext cx="9167997" cy="660641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pc="-50" baseline="0">
              <a:solidFill>
                <a:prstClr val="white"/>
              </a:solidFill>
              <a:latin typeface="+mn-ea"/>
              <a:ea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AB2C8C6-DD01-73B1-8A79-3C7ADC4874CC}"/>
              </a:ext>
            </a:extLst>
          </p:cNvPr>
          <p:cNvSpPr/>
          <p:nvPr userDrawn="1"/>
        </p:nvSpPr>
        <p:spPr>
          <a:xfrm>
            <a:off x="1493424" y="251585"/>
            <a:ext cx="6192000" cy="6606414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7458120-B63E-4B2D-6A9B-1765617B1A5A}"/>
              </a:ext>
            </a:extLst>
          </p:cNvPr>
          <p:cNvSpPr/>
          <p:nvPr userDrawn="1"/>
        </p:nvSpPr>
        <p:spPr>
          <a:xfrm>
            <a:off x="0" y="0"/>
            <a:ext cx="12192000" cy="2515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AB563DF-DACE-3BE0-D74E-24393A485E5D}"/>
              </a:ext>
            </a:extLst>
          </p:cNvPr>
          <p:cNvSpPr/>
          <p:nvPr userDrawn="1"/>
        </p:nvSpPr>
        <p:spPr>
          <a:xfrm>
            <a:off x="9167999" y="6443998"/>
            <a:ext cx="3024001" cy="4140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6" name="Rectangle 44">
            <a:extLst>
              <a:ext uri="{FF2B5EF4-FFF2-40B4-BE49-F238E27FC236}">
                <a16:creationId xmlns:a16="http://schemas.microsoft.com/office/drawing/2014/main" id="{208BB3F7-D92D-1922-F8A3-8B1E6329AF9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" y="0"/>
            <a:ext cx="864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Project</a:t>
            </a:r>
          </a:p>
        </p:txBody>
      </p:sp>
      <p:sp>
        <p:nvSpPr>
          <p:cNvPr id="7" name="Rectangle 45">
            <a:extLst>
              <a:ext uri="{FF2B5EF4-FFF2-40B4-BE49-F238E27FC236}">
                <a16:creationId xmlns:a16="http://schemas.microsoft.com/office/drawing/2014/main" id="{5B2D55B3-0134-B59B-581A-E5EFF51BEA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80686" y="0"/>
            <a:ext cx="864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15DD439-70A4-46FE-91BD-49285F9965E7}"/>
              </a:ext>
            </a:extLst>
          </p:cNvPr>
          <p:cNvSpPr/>
          <p:nvPr userDrawn="1"/>
        </p:nvSpPr>
        <p:spPr>
          <a:xfrm>
            <a:off x="9168000" y="251999"/>
            <a:ext cx="3024000" cy="6192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10" name="Rectangle 45">
            <a:extLst>
              <a:ext uri="{FF2B5EF4-FFF2-40B4-BE49-F238E27FC236}">
                <a16:creationId xmlns:a16="http://schemas.microsoft.com/office/drawing/2014/main" id="{C69E0A92-DE68-9106-92CC-357F3467A7E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67999" y="0"/>
            <a:ext cx="576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Type</a:t>
            </a:r>
          </a:p>
        </p:txBody>
      </p:sp>
      <p:sp>
        <p:nvSpPr>
          <p:cNvPr id="11" name="텍스트 개체 틀 23">
            <a:extLst>
              <a:ext uri="{FF2B5EF4-FFF2-40B4-BE49-F238E27FC236}">
                <a16:creationId xmlns:a16="http://schemas.microsoft.com/office/drawing/2014/main" id="{DB090F3D-545C-AC73-5DF0-4F27975026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0101" y="0"/>
            <a:ext cx="2610585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2" name="텍스트 개체 틀 23">
            <a:extLst>
              <a:ext uri="{FF2B5EF4-FFF2-40B4-BE49-F238E27FC236}">
                <a16:creationId xmlns:a16="http://schemas.microsoft.com/office/drawing/2014/main" id="{9EA3215A-D02D-4A17-F4F1-E28C8C05947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44687" y="0"/>
            <a:ext cx="4815009" cy="25199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4" name="텍스트 개체 틀 23">
            <a:extLst>
              <a:ext uri="{FF2B5EF4-FFF2-40B4-BE49-F238E27FC236}">
                <a16:creationId xmlns:a16="http://schemas.microsoft.com/office/drawing/2014/main" id="{DE1DD38B-84EF-EE59-3D94-74FF7CED86F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48150" y="0"/>
            <a:ext cx="936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r>
              <a:rPr lang="ko-KR" altLang="en-US" dirty="0"/>
              <a:t>공지형 이미지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0691881-D58A-15DA-7F63-013BFC5AB9F2}"/>
              </a:ext>
            </a:extLst>
          </p:cNvPr>
          <p:cNvSpPr/>
          <p:nvPr userDrawn="1"/>
        </p:nvSpPr>
        <p:spPr>
          <a:xfrm>
            <a:off x="9168000" y="252000"/>
            <a:ext cx="360000" cy="214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pc="-50" baseline="0" dirty="0">
                <a:solidFill>
                  <a:schemeClr val="bg1"/>
                </a:solidFill>
                <a:latin typeface="+mn-ea"/>
                <a:ea typeface="+mn-ea"/>
              </a:rPr>
              <a:t>No</a:t>
            </a:r>
            <a:endParaRPr lang="ko-KR" altLang="en-US" sz="800" spc="-5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8E7CB90-6DAE-0C96-19C1-046A04645299}"/>
              </a:ext>
            </a:extLst>
          </p:cNvPr>
          <p:cNvSpPr/>
          <p:nvPr userDrawn="1"/>
        </p:nvSpPr>
        <p:spPr>
          <a:xfrm>
            <a:off x="9528000" y="252000"/>
            <a:ext cx="2664000" cy="214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pc="-50" baseline="0" dirty="0">
                <a:solidFill>
                  <a:schemeClr val="bg1"/>
                </a:solidFill>
                <a:latin typeface="+mn-ea"/>
                <a:ea typeface="+mn-ea"/>
              </a:rPr>
              <a:t>Description</a:t>
            </a:r>
            <a:endParaRPr lang="ko-KR" altLang="en-US" sz="800" spc="-5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7" name="Rectangle 45">
            <a:extLst>
              <a:ext uri="{FF2B5EF4-FFF2-40B4-BE49-F238E27FC236}">
                <a16:creationId xmlns:a16="http://schemas.microsoft.com/office/drawing/2014/main" id="{42D74D8B-21D9-A0AB-A3C5-9D2DB964BA5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680000" y="-2898"/>
            <a:ext cx="576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+mn-cs"/>
              </a:rPr>
              <a:t>화면 코드</a:t>
            </a:r>
            <a:endParaRPr lang="en-US" altLang="ko-KR" sz="800" b="1" kern="1200" spc="0" baseline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8" name="텍스트 개체 틀 23">
            <a:extLst>
              <a:ext uri="{FF2B5EF4-FFF2-40B4-BE49-F238E27FC236}">
                <a16:creationId xmlns:a16="http://schemas.microsoft.com/office/drawing/2014/main" id="{FCEF2C31-9B0A-A524-D144-3D4697C63AC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256000" y="11047"/>
            <a:ext cx="936000" cy="23846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r>
              <a:rPr lang="en-US" altLang="ko-KR" dirty="0"/>
              <a:t>EV-S01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3F60F6C0-03BD-35B3-D0F7-277DE9F844E0}"/>
              </a:ext>
            </a:extLst>
          </p:cNvPr>
          <p:cNvSpPr/>
          <p:nvPr userDrawn="1"/>
        </p:nvSpPr>
        <p:spPr>
          <a:xfrm>
            <a:off x="-1" y="251585"/>
            <a:ext cx="9167999" cy="6606415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20" name="슬라이드 번호 개체 틀 4">
            <a:extLst>
              <a:ext uri="{FF2B5EF4-FFF2-40B4-BE49-F238E27FC236}">
                <a16:creationId xmlns:a16="http://schemas.microsoft.com/office/drawing/2014/main" id="{D4C79E4F-BDA3-8D5C-FE8A-A71237AF5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pc="-50" baseline="0" smtClean="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21" name="텍스트 개체 틀 23">
            <a:extLst>
              <a:ext uri="{FF2B5EF4-FFF2-40B4-BE49-F238E27FC236}">
                <a16:creationId xmlns:a16="http://schemas.microsoft.com/office/drawing/2014/main" id="{8BEB2E02-3B47-645A-7E8B-8EC0CC275BA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494429" y="1557656"/>
            <a:ext cx="6192000" cy="553160"/>
          </a:xfrm>
          <a:prstGeom prst="rect">
            <a:avLst/>
          </a:prstGeom>
        </p:spPr>
        <p:txBody>
          <a:bodyPr anchor="ctr"/>
          <a:lstStyle>
            <a:lvl1pPr marL="0" indent="0" algn="ctr" defTabSz="914400" rtl="0" eaLnBrk="1" latinLnBrk="1" hangingPunct="1">
              <a:buNone/>
              <a:defRPr lang="ko-KR" altLang="en-US" sz="3200" b="1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79DC2A64-CA09-9BCD-7565-4EFC191BD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94430" y="2619460"/>
            <a:ext cx="6192000" cy="4133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ko-KR" altLang="en-US" sz="1800" b="1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25" name="텍스트 개체 틀 3">
            <a:extLst>
              <a:ext uri="{FF2B5EF4-FFF2-40B4-BE49-F238E27FC236}">
                <a16:creationId xmlns:a16="http://schemas.microsoft.com/office/drawing/2014/main" id="{C9DC13FD-3BDD-2125-E91E-A146D80CF105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1494430" y="3130119"/>
            <a:ext cx="6192000" cy="298881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altLang="ko-KR" sz="1400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E6F7099-9EA9-A5E8-C691-E0498D000412}"/>
              </a:ext>
            </a:extLst>
          </p:cNvPr>
          <p:cNvSpPr/>
          <p:nvPr userDrawn="1"/>
        </p:nvSpPr>
        <p:spPr>
          <a:xfrm>
            <a:off x="9182992" y="6536399"/>
            <a:ext cx="2445541" cy="21544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800" b="0" kern="1200" spc="-3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rPr>
              <a:t>© EYEDENTITY GAMES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925926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EG]모바일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84B5EAF-FCFA-D771-BE24-B891F4EF16DD}"/>
              </a:ext>
            </a:extLst>
          </p:cNvPr>
          <p:cNvSpPr/>
          <p:nvPr userDrawn="1"/>
        </p:nvSpPr>
        <p:spPr>
          <a:xfrm>
            <a:off x="0" y="251586"/>
            <a:ext cx="9167997" cy="660641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pc="-50" baseline="0">
              <a:solidFill>
                <a:prstClr val="white"/>
              </a:solidFill>
              <a:latin typeface="+mn-ea"/>
              <a:ea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13972DA-206A-04C1-28A9-49F8716483E6}"/>
              </a:ext>
            </a:extLst>
          </p:cNvPr>
          <p:cNvSpPr/>
          <p:nvPr userDrawn="1"/>
        </p:nvSpPr>
        <p:spPr>
          <a:xfrm>
            <a:off x="3104532" y="322398"/>
            <a:ext cx="3240000" cy="648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6484BBE-0B67-4AA1-C750-7CE3AA30199B}"/>
              </a:ext>
            </a:extLst>
          </p:cNvPr>
          <p:cNvSpPr/>
          <p:nvPr userDrawn="1"/>
        </p:nvSpPr>
        <p:spPr>
          <a:xfrm>
            <a:off x="0" y="0"/>
            <a:ext cx="12192000" cy="2515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5A2B337-DFA1-1D42-4BE1-694975C3178F}"/>
              </a:ext>
            </a:extLst>
          </p:cNvPr>
          <p:cNvSpPr/>
          <p:nvPr userDrawn="1"/>
        </p:nvSpPr>
        <p:spPr>
          <a:xfrm>
            <a:off x="9167999" y="6443998"/>
            <a:ext cx="3024001" cy="4140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6" name="Rectangle 44">
            <a:extLst>
              <a:ext uri="{FF2B5EF4-FFF2-40B4-BE49-F238E27FC236}">
                <a16:creationId xmlns:a16="http://schemas.microsoft.com/office/drawing/2014/main" id="{25D9042E-D1EE-EF76-AD90-717DDD9C751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" y="0"/>
            <a:ext cx="864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Project</a:t>
            </a:r>
          </a:p>
        </p:txBody>
      </p:sp>
      <p:sp>
        <p:nvSpPr>
          <p:cNvPr id="7" name="Rectangle 45">
            <a:extLst>
              <a:ext uri="{FF2B5EF4-FFF2-40B4-BE49-F238E27FC236}">
                <a16:creationId xmlns:a16="http://schemas.microsoft.com/office/drawing/2014/main" id="{33F98589-E956-4E49-AA15-D78243E2738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80686" y="0"/>
            <a:ext cx="864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D9D88B5-981A-D33B-8471-E572CDDFC0C0}"/>
              </a:ext>
            </a:extLst>
          </p:cNvPr>
          <p:cNvSpPr/>
          <p:nvPr userDrawn="1"/>
        </p:nvSpPr>
        <p:spPr>
          <a:xfrm>
            <a:off x="9168000" y="251999"/>
            <a:ext cx="3024000" cy="6192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9" name="Rectangle 45">
            <a:extLst>
              <a:ext uri="{FF2B5EF4-FFF2-40B4-BE49-F238E27FC236}">
                <a16:creationId xmlns:a16="http://schemas.microsoft.com/office/drawing/2014/main" id="{BF9AC4FB-C695-9DF7-CD98-ED7B4D08998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67999" y="0"/>
            <a:ext cx="576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Type</a:t>
            </a:r>
          </a:p>
        </p:txBody>
      </p:sp>
      <p:sp>
        <p:nvSpPr>
          <p:cNvPr id="10" name="텍스트 개체 틀 23">
            <a:extLst>
              <a:ext uri="{FF2B5EF4-FFF2-40B4-BE49-F238E27FC236}">
                <a16:creationId xmlns:a16="http://schemas.microsoft.com/office/drawing/2014/main" id="{24146F69-AB71-F95D-1A8A-C66AE17179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0101" y="0"/>
            <a:ext cx="2610585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1" name="텍스트 개체 틀 23">
            <a:extLst>
              <a:ext uri="{FF2B5EF4-FFF2-40B4-BE49-F238E27FC236}">
                <a16:creationId xmlns:a16="http://schemas.microsoft.com/office/drawing/2014/main" id="{61C83D32-DF38-8893-E6FE-BA3D9C5F9E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44687" y="0"/>
            <a:ext cx="4815009" cy="25199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2" name="텍스트 개체 틀 23">
            <a:extLst>
              <a:ext uri="{FF2B5EF4-FFF2-40B4-BE49-F238E27FC236}">
                <a16:creationId xmlns:a16="http://schemas.microsoft.com/office/drawing/2014/main" id="{D2949A43-85A1-BF51-EBF3-04EDDD04FB3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48150" y="0"/>
            <a:ext cx="936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모바일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E57ABE1-06C1-C728-4A96-F90AF9C0A0F3}"/>
              </a:ext>
            </a:extLst>
          </p:cNvPr>
          <p:cNvSpPr/>
          <p:nvPr userDrawn="1"/>
        </p:nvSpPr>
        <p:spPr>
          <a:xfrm>
            <a:off x="9168000" y="252000"/>
            <a:ext cx="360000" cy="214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pc="-50" baseline="0" dirty="0">
                <a:solidFill>
                  <a:schemeClr val="bg1"/>
                </a:solidFill>
                <a:latin typeface="+mn-ea"/>
                <a:ea typeface="+mn-ea"/>
              </a:rPr>
              <a:t>No</a:t>
            </a:r>
            <a:endParaRPr lang="ko-KR" altLang="en-US" sz="800" spc="-5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CA5F7DF-A486-C118-85DC-A2DCCEA04BC2}"/>
              </a:ext>
            </a:extLst>
          </p:cNvPr>
          <p:cNvSpPr/>
          <p:nvPr userDrawn="1"/>
        </p:nvSpPr>
        <p:spPr>
          <a:xfrm>
            <a:off x="9528000" y="252000"/>
            <a:ext cx="2664000" cy="214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pc="-50" baseline="0" dirty="0">
                <a:solidFill>
                  <a:schemeClr val="bg1"/>
                </a:solidFill>
                <a:latin typeface="+mn-ea"/>
                <a:ea typeface="+mn-ea"/>
              </a:rPr>
              <a:t>Description</a:t>
            </a:r>
            <a:endParaRPr lang="ko-KR" altLang="en-US" sz="800" spc="-5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6" name="Rectangle 45">
            <a:extLst>
              <a:ext uri="{FF2B5EF4-FFF2-40B4-BE49-F238E27FC236}">
                <a16:creationId xmlns:a16="http://schemas.microsoft.com/office/drawing/2014/main" id="{41B6C577-1127-86B2-0435-35A50A6B09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680000" y="-2898"/>
            <a:ext cx="576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+mn-cs"/>
              </a:rPr>
              <a:t>화면 코드</a:t>
            </a:r>
            <a:endParaRPr lang="en-US" altLang="ko-KR" sz="800" b="1" kern="1200" spc="0" baseline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7" name="텍스트 개체 틀 23">
            <a:extLst>
              <a:ext uri="{FF2B5EF4-FFF2-40B4-BE49-F238E27FC236}">
                <a16:creationId xmlns:a16="http://schemas.microsoft.com/office/drawing/2014/main" id="{DE3FB541-3BFC-5618-4B04-EFDB4D0F28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256000" y="11047"/>
            <a:ext cx="936000" cy="23846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r>
              <a:rPr lang="en-US" altLang="ko-KR" dirty="0"/>
              <a:t>EV-M01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B27DE4F-DBDD-491B-87EB-2B4E573D77F8}"/>
              </a:ext>
            </a:extLst>
          </p:cNvPr>
          <p:cNvSpPr/>
          <p:nvPr userDrawn="1"/>
        </p:nvSpPr>
        <p:spPr>
          <a:xfrm>
            <a:off x="-1" y="251585"/>
            <a:ext cx="9167999" cy="6606415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19" name="슬라이드 번호 개체 틀 4">
            <a:extLst>
              <a:ext uri="{FF2B5EF4-FFF2-40B4-BE49-F238E27FC236}">
                <a16:creationId xmlns:a16="http://schemas.microsoft.com/office/drawing/2014/main" id="{13FFD3BB-21D8-A24D-784A-76BE190CF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pc="-50" baseline="0" smtClean="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20" name="텍스트 개체 틀 3">
            <a:extLst>
              <a:ext uri="{FF2B5EF4-FFF2-40B4-BE49-F238E27FC236}">
                <a16:creationId xmlns:a16="http://schemas.microsoft.com/office/drawing/2014/main" id="{57F33E0A-A3B9-EB03-E373-C3CD435E4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104530" y="1216571"/>
            <a:ext cx="3240000" cy="28007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lang="en-US" altLang="ko-KR" sz="1800" b="1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DE031378-E300-427E-41E7-E0DB9CC6E33B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3104529" y="1582880"/>
            <a:ext cx="3239999" cy="21598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lang="en-US" altLang="ko-KR" sz="1100" b="0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0292757-D8DC-E2F4-D722-B8E66048AB87}"/>
              </a:ext>
            </a:extLst>
          </p:cNvPr>
          <p:cNvSpPr/>
          <p:nvPr userDrawn="1"/>
        </p:nvSpPr>
        <p:spPr>
          <a:xfrm>
            <a:off x="9182992" y="6536399"/>
            <a:ext cx="2445541" cy="21544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800" b="0" kern="1200" spc="-3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rPr>
              <a:t>© EYEDENTITY GAMES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711183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EG]모바일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294EBF2-4CA6-55BE-4244-E349715ECEAF}"/>
              </a:ext>
            </a:extLst>
          </p:cNvPr>
          <p:cNvSpPr/>
          <p:nvPr userDrawn="1"/>
        </p:nvSpPr>
        <p:spPr>
          <a:xfrm>
            <a:off x="0" y="251586"/>
            <a:ext cx="9167997" cy="6606414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 spc="-50" baseline="0">
              <a:solidFill>
                <a:prstClr val="white"/>
              </a:solidFill>
              <a:latin typeface="+mn-ea"/>
              <a:ea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93549A2-FC72-D205-9C65-CFD3D5B5116F}"/>
              </a:ext>
            </a:extLst>
          </p:cNvPr>
          <p:cNvSpPr/>
          <p:nvPr userDrawn="1"/>
        </p:nvSpPr>
        <p:spPr>
          <a:xfrm>
            <a:off x="1172926" y="322398"/>
            <a:ext cx="3240000" cy="648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2BD1F9D-0EC5-2961-F2F1-0357E6BF8380}"/>
              </a:ext>
            </a:extLst>
          </p:cNvPr>
          <p:cNvSpPr/>
          <p:nvPr userDrawn="1"/>
        </p:nvSpPr>
        <p:spPr>
          <a:xfrm>
            <a:off x="0" y="0"/>
            <a:ext cx="12192000" cy="25158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48C5CCD-7895-2BC7-B4B5-F4835E554634}"/>
              </a:ext>
            </a:extLst>
          </p:cNvPr>
          <p:cNvSpPr/>
          <p:nvPr userDrawn="1"/>
        </p:nvSpPr>
        <p:spPr>
          <a:xfrm>
            <a:off x="9167999" y="6443998"/>
            <a:ext cx="3024001" cy="4140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6" name="Rectangle 44">
            <a:extLst>
              <a:ext uri="{FF2B5EF4-FFF2-40B4-BE49-F238E27FC236}">
                <a16:creationId xmlns:a16="http://schemas.microsoft.com/office/drawing/2014/main" id="{1A2EE15D-8020-988C-BAAB-E766E0C03C1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1" y="0"/>
            <a:ext cx="864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Project</a:t>
            </a:r>
          </a:p>
        </p:txBody>
      </p:sp>
      <p:sp>
        <p:nvSpPr>
          <p:cNvPr id="7" name="Rectangle 45">
            <a:extLst>
              <a:ext uri="{FF2B5EF4-FFF2-40B4-BE49-F238E27FC236}">
                <a16:creationId xmlns:a16="http://schemas.microsoft.com/office/drawing/2014/main" id="{DCDA4DFC-D5F2-432E-8A36-4EC399B47DF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480686" y="0"/>
            <a:ext cx="864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75957EE-72D2-E201-5FAF-3B43A8BA5082}"/>
              </a:ext>
            </a:extLst>
          </p:cNvPr>
          <p:cNvSpPr/>
          <p:nvPr userDrawn="1"/>
        </p:nvSpPr>
        <p:spPr>
          <a:xfrm>
            <a:off x="9168000" y="251999"/>
            <a:ext cx="3024000" cy="6192000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9" name="Rectangle 45">
            <a:extLst>
              <a:ext uri="{FF2B5EF4-FFF2-40B4-BE49-F238E27FC236}">
                <a16:creationId xmlns:a16="http://schemas.microsoft.com/office/drawing/2014/main" id="{3B5C9C68-A243-4BAE-2765-E118D457DDE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167999" y="0"/>
            <a:ext cx="576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Type</a:t>
            </a:r>
          </a:p>
        </p:txBody>
      </p:sp>
      <p:sp>
        <p:nvSpPr>
          <p:cNvPr id="10" name="텍스트 개체 틀 23">
            <a:extLst>
              <a:ext uri="{FF2B5EF4-FFF2-40B4-BE49-F238E27FC236}">
                <a16:creationId xmlns:a16="http://schemas.microsoft.com/office/drawing/2014/main" id="{8FF90B22-81AA-DE82-B88D-46B8EE58FF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0101" y="0"/>
            <a:ext cx="2610585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1" name="텍스트 개체 틀 23">
            <a:extLst>
              <a:ext uri="{FF2B5EF4-FFF2-40B4-BE49-F238E27FC236}">
                <a16:creationId xmlns:a16="http://schemas.microsoft.com/office/drawing/2014/main" id="{E8086310-D2EB-C685-2C82-4A45F75CF0F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344687" y="0"/>
            <a:ext cx="4815009" cy="251999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2" name="텍스트 개체 틀 23">
            <a:extLst>
              <a:ext uri="{FF2B5EF4-FFF2-40B4-BE49-F238E27FC236}">
                <a16:creationId xmlns:a16="http://schemas.microsoft.com/office/drawing/2014/main" id="{95127613-B6D8-4003-B101-37C0635E16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748150" y="0"/>
            <a:ext cx="936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모바일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EA03992-E4F6-5372-A811-696DB5AB0AB0}"/>
              </a:ext>
            </a:extLst>
          </p:cNvPr>
          <p:cNvSpPr/>
          <p:nvPr userDrawn="1"/>
        </p:nvSpPr>
        <p:spPr>
          <a:xfrm>
            <a:off x="9168000" y="252000"/>
            <a:ext cx="360000" cy="214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pc="-50" baseline="0" dirty="0">
                <a:solidFill>
                  <a:schemeClr val="bg1"/>
                </a:solidFill>
                <a:latin typeface="+mn-ea"/>
                <a:ea typeface="+mn-ea"/>
              </a:rPr>
              <a:t>No</a:t>
            </a:r>
            <a:endParaRPr lang="ko-KR" altLang="en-US" sz="800" spc="-5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F7551112-C2DA-7EA7-377F-EF94E317AB3E}"/>
              </a:ext>
            </a:extLst>
          </p:cNvPr>
          <p:cNvSpPr/>
          <p:nvPr userDrawn="1"/>
        </p:nvSpPr>
        <p:spPr>
          <a:xfrm>
            <a:off x="9528000" y="252000"/>
            <a:ext cx="2664000" cy="2143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spc="-50" baseline="0" dirty="0">
                <a:solidFill>
                  <a:schemeClr val="bg1"/>
                </a:solidFill>
                <a:latin typeface="+mn-ea"/>
                <a:ea typeface="+mn-ea"/>
              </a:rPr>
              <a:t>Description</a:t>
            </a:r>
            <a:endParaRPr lang="ko-KR" altLang="en-US" sz="800" spc="-50" baseline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16" name="Rectangle 45">
            <a:extLst>
              <a:ext uri="{FF2B5EF4-FFF2-40B4-BE49-F238E27FC236}">
                <a16:creationId xmlns:a16="http://schemas.microsoft.com/office/drawing/2014/main" id="{9EF010AD-9D60-62C7-79B0-5F603D366C8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680000" y="-2898"/>
            <a:ext cx="576000" cy="252413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19050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800" b="1" kern="1200" spc="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+mn-cs"/>
              </a:rPr>
              <a:t>화면 코드</a:t>
            </a:r>
            <a:endParaRPr lang="en-US" altLang="ko-KR" sz="800" b="1" kern="1200" spc="0" baseline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  <a:cs typeface="+mn-cs"/>
            </a:endParaRPr>
          </a:p>
        </p:txBody>
      </p:sp>
      <p:sp>
        <p:nvSpPr>
          <p:cNvPr id="17" name="텍스트 개체 틀 23">
            <a:extLst>
              <a:ext uri="{FF2B5EF4-FFF2-40B4-BE49-F238E27FC236}">
                <a16:creationId xmlns:a16="http://schemas.microsoft.com/office/drawing/2014/main" id="{40E573C7-CDE7-0D0B-FBF4-E1124B3FC2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256000" y="11047"/>
            <a:ext cx="936000" cy="238468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spc="-50" baseline="0" dirty="0" smtClean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r>
              <a:rPr lang="en-US" altLang="ko-KR" dirty="0"/>
              <a:t>EV-MA201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160B341-8C63-F5D5-52A9-5A4C4FF4C071}"/>
              </a:ext>
            </a:extLst>
          </p:cNvPr>
          <p:cNvSpPr/>
          <p:nvPr userDrawn="1"/>
        </p:nvSpPr>
        <p:spPr>
          <a:xfrm>
            <a:off x="-1" y="251585"/>
            <a:ext cx="9167999" cy="6606415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19" name="슬라이드 번호 개체 틀 4">
            <a:extLst>
              <a:ext uri="{FF2B5EF4-FFF2-40B4-BE49-F238E27FC236}">
                <a16:creationId xmlns:a16="http://schemas.microsoft.com/office/drawing/2014/main" id="{0DBA1D27-4A7F-F601-79EA-997450732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pc="-50" baseline="0" smtClean="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20" name="텍스트 개체 틀 3">
            <a:extLst>
              <a:ext uri="{FF2B5EF4-FFF2-40B4-BE49-F238E27FC236}">
                <a16:creationId xmlns:a16="http://schemas.microsoft.com/office/drawing/2014/main" id="{1B5AA4C3-8F89-E708-7D14-B951E1B96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72924" y="1216571"/>
            <a:ext cx="3240000" cy="28007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lang="en-US" altLang="ko-KR" sz="1800" b="1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21" name="텍스트 개체 틀 3">
            <a:extLst>
              <a:ext uri="{FF2B5EF4-FFF2-40B4-BE49-F238E27FC236}">
                <a16:creationId xmlns:a16="http://schemas.microsoft.com/office/drawing/2014/main" id="{C2E77B11-F21C-27C8-9287-D8995C94CD69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1172924" y="1582880"/>
            <a:ext cx="3240000" cy="21598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lang="en-US" altLang="ko-KR" sz="1100" b="0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2D04A4E-CFA7-A90C-1088-BF0273A1B8BC}"/>
              </a:ext>
            </a:extLst>
          </p:cNvPr>
          <p:cNvSpPr/>
          <p:nvPr userDrawn="1"/>
        </p:nvSpPr>
        <p:spPr>
          <a:xfrm>
            <a:off x="4745655" y="322398"/>
            <a:ext cx="3240000" cy="6480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50" baseline="0">
              <a:latin typeface="+mn-ea"/>
              <a:ea typeface="+mn-ea"/>
            </a:endParaRPr>
          </a:p>
        </p:txBody>
      </p:sp>
      <p:sp>
        <p:nvSpPr>
          <p:cNvPr id="24" name="텍스트 개체 틀 3">
            <a:extLst>
              <a:ext uri="{FF2B5EF4-FFF2-40B4-BE49-F238E27FC236}">
                <a16:creationId xmlns:a16="http://schemas.microsoft.com/office/drawing/2014/main" id="{941E6411-0B71-AC7D-1347-D1D3249D22A2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4745653" y="1216571"/>
            <a:ext cx="3240000" cy="28007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lang="en-US" altLang="ko-KR" sz="1800" b="1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25" name="텍스트 개체 틀 3">
            <a:extLst>
              <a:ext uri="{FF2B5EF4-FFF2-40B4-BE49-F238E27FC236}">
                <a16:creationId xmlns:a16="http://schemas.microsoft.com/office/drawing/2014/main" id="{DE61DBBD-4B78-DC46-420C-69D8DA424F91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745652" y="1582880"/>
            <a:ext cx="3239999" cy="21598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buNone/>
              <a:defRPr lang="en-US" altLang="ko-KR" sz="1100" b="0" kern="1200" spc="-50" baseline="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D9DDD5AC-638F-00E1-C52F-26C7D9101CE0}"/>
              </a:ext>
            </a:extLst>
          </p:cNvPr>
          <p:cNvSpPr/>
          <p:nvPr userDrawn="1"/>
        </p:nvSpPr>
        <p:spPr>
          <a:xfrm>
            <a:off x="9182992" y="6536399"/>
            <a:ext cx="2445541" cy="215444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800" b="0" kern="1200" spc="-3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rPr>
              <a:t>© EYEDENTITY GAMES INC.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5592903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EG]마침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 userDrawn="1"/>
        </p:nvGrpSpPr>
        <p:grpSpPr>
          <a:xfrm>
            <a:off x="4397458" y="2744905"/>
            <a:ext cx="3397085" cy="1368190"/>
            <a:chOff x="4397462" y="2861680"/>
            <a:chExt cx="3397085" cy="1368190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9747FFD0-E831-43D6-8BCA-539E65EE141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11780" y="2861680"/>
              <a:ext cx="3168440" cy="0"/>
            </a:xfrm>
            <a:prstGeom prst="line">
              <a:avLst/>
            </a:prstGeom>
            <a:ln w="60325" cap="rnd">
              <a:solidFill>
                <a:srgbClr val="2301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46FD4089-56FE-44A1-BED3-57B90AB9CBE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97462" y="4229870"/>
              <a:ext cx="3397085" cy="0"/>
            </a:xfrm>
            <a:prstGeom prst="line">
              <a:avLst/>
            </a:prstGeom>
            <a:ln w="19050" cap="rnd">
              <a:solidFill>
                <a:srgbClr val="2301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BCEBE2F-5DA2-4181-9EA4-1B8681BC5FF5}"/>
                </a:ext>
              </a:extLst>
            </p:cNvPr>
            <p:cNvSpPr/>
            <p:nvPr userDrawn="1"/>
          </p:nvSpPr>
          <p:spPr>
            <a:xfrm>
              <a:off x="4770708" y="3189257"/>
              <a:ext cx="2650598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4000" b="1" kern="1200" spc="-8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+mn-ea"/>
                  <a:ea typeface="+mn-ea"/>
                  <a:cs typeface="+mn-cs"/>
                </a:rPr>
                <a:t>Thank You</a:t>
              </a:r>
              <a:endParaRPr lang="ko-KR" altLang="en-US" sz="4000" b="1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endParaRPr>
            </a:p>
          </p:txBody>
        </p:sp>
      </p:grpSp>
      <p:pic>
        <p:nvPicPr>
          <p:cNvPr id="7" name="Picture 2" descr="eyedentitygames logo png에 대한 이미지 검색결과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34" t="28647" r="228" b="41428"/>
          <a:stretch/>
        </p:blipFill>
        <p:spPr bwMode="auto">
          <a:xfrm>
            <a:off x="5376000" y="6500766"/>
            <a:ext cx="1440000" cy="23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06003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S]표지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12"/>
          <p:cNvSpPr>
            <a:spLocks noChangeShapeType="1"/>
          </p:cNvSpPr>
          <p:nvPr userDrawn="1"/>
        </p:nvSpPr>
        <p:spPr bwMode="auto">
          <a:xfrm>
            <a:off x="0" y="3063712"/>
            <a:ext cx="12192000" cy="0"/>
          </a:xfrm>
          <a:prstGeom prst="line">
            <a:avLst/>
          </a:prstGeom>
          <a:noFill/>
          <a:ln w="3175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" name="Line 11"/>
          <p:cNvSpPr>
            <a:spLocks noChangeShapeType="1"/>
          </p:cNvSpPr>
          <p:nvPr userDrawn="1"/>
        </p:nvSpPr>
        <p:spPr bwMode="auto">
          <a:xfrm flipV="1">
            <a:off x="0" y="2577712"/>
            <a:ext cx="12192000" cy="0"/>
          </a:xfrm>
          <a:prstGeom prst="line">
            <a:avLst/>
          </a:prstGeom>
          <a:noFill/>
          <a:ln w="3175">
            <a:solidFill>
              <a:srgbClr val="C0C0C0"/>
            </a:solidFill>
            <a:round/>
            <a:headEnd/>
            <a:tailEnd/>
          </a:ln>
        </p:spPr>
        <p:txBody>
          <a:bodyPr/>
          <a:lstStyle/>
          <a:p>
            <a:endParaRPr lang="ko-KR" altLang="en-US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-2" y="2577712"/>
            <a:ext cx="2700000" cy="486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제목 18"/>
          <p:cNvSpPr>
            <a:spLocks noGrp="1"/>
          </p:cNvSpPr>
          <p:nvPr>
            <p:ph type="title"/>
          </p:nvPr>
        </p:nvSpPr>
        <p:spPr>
          <a:xfrm>
            <a:off x="2822552" y="2621135"/>
            <a:ext cx="9026942" cy="389887"/>
          </a:xfrm>
          <a:prstGeom prst="rect">
            <a:avLst/>
          </a:prstGeom>
        </p:spPr>
        <p:txBody>
          <a:bodyPr anchor="ctr"/>
          <a:lstStyle>
            <a:lvl1pPr algn="l">
              <a:defRPr lang="ko-KR" altLang="en-US" sz="1400" b="1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2" name="텍스트 개체 틀 18"/>
          <p:cNvSpPr>
            <a:spLocks noGrp="1"/>
          </p:cNvSpPr>
          <p:nvPr>
            <p:ph type="body" sz="quarter" idx="10" hasCustomPrompt="1"/>
          </p:nvPr>
        </p:nvSpPr>
        <p:spPr>
          <a:xfrm>
            <a:off x="9545494" y="3283638"/>
            <a:ext cx="2304000" cy="213383"/>
          </a:xfrm>
          <a:prstGeom prst="rect">
            <a:avLst/>
          </a:prstGeom>
        </p:spPr>
        <p:txBody>
          <a:bodyPr lIns="84134" tIns="42067" rIns="84134" bIns="42067" anchor="ctr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ko-KR" altLang="en-US" sz="120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최초 작성일 </a:t>
            </a:r>
            <a:r>
              <a:rPr lang="en-US" altLang="ko-KR" dirty="0"/>
              <a:t>: 2000. 01. 01</a:t>
            </a:r>
            <a:endParaRPr lang="ko-KR" altLang="en-US" dirty="0"/>
          </a:p>
        </p:txBody>
      </p:sp>
      <p:sp>
        <p:nvSpPr>
          <p:cNvPr id="23" name="텍스트 개체 틀 14"/>
          <p:cNvSpPr>
            <a:spLocks noGrp="1"/>
          </p:cNvSpPr>
          <p:nvPr>
            <p:ph type="body" sz="quarter" idx="11" hasCustomPrompt="1"/>
          </p:nvPr>
        </p:nvSpPr>
        <p:spPr>
          <a:xfrm>
            <a:off x="9545494" y="3525221"/>
            <a:ext cx="2304000" cy="213383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indent="0">
              <a:buNone/>
              <a:defRPr lang="ko-KR" altLang="en-US" sz="1200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최초 작성자 </a:t>
            </a:r>
            <a:r>
              <a:rPr lang="en-US" altLang="ko-KR" dirty="0"/>
              <a:t>: </a:t>
            </a:r>
            <a:r>
              <a:rPr lang="ko-KR" altLang="en-US" dirty="0"/>
              <a:t>홍길동</a:t>
            </a:r>
          </a:p>
        </p:txBody>
      </p:sp>
      <p:sp>
        <p:nvSpPr>
          <p:cNvPr id="11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22552" y="2617264"/>
            <a:ext cx="2450966" cy="397628"/>
          </a:xfrm>
          <a:prstGeom prst="rect">
            <a:avLst/>
          </a:prstGeom>
          <a:noFill/>
        </p:spPr>
        <p:txBody>
          <a:bodyPr anchor="ctr"/>
          <a:lstStyle>
            <a:lvl1pPr marL="0" indent="0">
              <a:buNone/>
              <a:defRPr lang="ko-KR" altLang="en-US" sz="1400" b="1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13" name="Rectangle 14"/>
          <p:cNvSpPr>
            <a:spLocks noChangeArrowheads="1"/>
          </p:cNvSpPr>
          <p:nvPr userDrawn="1"/>
        </p:nvSpPr>
        <p:spPr bwMode="auto">
          <a:xfrm>
            <a:off x="9609778" y="6501935"/>
            <a:ext cx="2239716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*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이 문서는 나눔고딕으로 작성되었습니다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</p:txBody>
      </p:sp>
      <p:pic>
        <p:nvPicPr>
          <p:cNvPr id="3" name="Picture 2" descr="eyedentitygames logo png에 대한 이미지 검색결과">
            <a:extLst>
              <a:ext uri="{FF2B5EF4-FFF2-40B4-BE49-F238E27FC236}">
                <a16:creationId xmlns:a16="http://schemas.microsoft.com/office/drawing/2014/main" id="{34CA4ED8-6B66-7946-C86D-437E9A16D1A7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34" t="28647" r="228" b="41428"/>
          <a:stretch/>
        </p:blipFill>
        <p:spPr bwMode="auto">
          <a:xfrm>
            <a:off x="5907494" y="6454767"/>
            <a:ext cx="1440000" cy="23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69BAD8B8-17B7-6DAF-BDB4-A51646BB135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" r="2098"/>
          <a:stretch/>
        </p:blipFill>
        <p:spPr bwMode="auto">
          <a:xfrm>
            <a:off x="4891491" y="6378287"/>
            <a:ext cx="906589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4182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4"/>
          <p:cNvSpPr>
            <a:spLocks noChangeArrowheads="1"/>
          </p:cNvSpPr>
          <p:nvPr userDrawn="1"/>
        </p:nvSpPr>
        <p:spPr bwMode="auto">
          <a:xfrm>
            <a:off x="9609778" y="6501935"/>
            <a:ext cx="2239716" cy="230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r"/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*</a:t>
            </a:r>
            <a:r>
              <a:rPr lang="ko-KR" altLang="en-US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이 문서는 나눔고딕으로 작성되었습니다</a:t>
            </a:r>
            <a:r>
              <a:rPr lang="en-US" altLang="ko-KR" sz="900" dirty="0">
                <a:solidFill>
                  <a:schemeClr val="tx1">
                    <a:lumMod val="50000"/>
                    <a:lumOff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.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669617837"/>
              </p:ext>
            </p:extLst>
          </p:nvPr>
        </p:nvGraphicFramePr>
        <p:xfrm>
          <a:off x="403906" y="4622452"/>
          <a:ext cx="4076857" cy="114300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317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51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2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kern="1200" spc="-8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문서 버전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900" b="1" kern="1200" spc="-8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최종문서수정일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900" b="1" kern="1200" spc="-8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문서작성자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752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900" b="1" kern="1200" spc="-8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MEMO</a:t>
                      </a:r>
                      <a:endParaRPr lang="ko-KR" altLang="en-US" sz="900" b="1" kern="1200" spc="-8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03906" y="1140154"/>
            <a:ext cx="2450966" cy="397628"/>
          </a:xfrm>
          <a:prstGeom prst="rect">
            <a:avLst/>
          </a:prstGeom>
          <a:noFill/>
        </p:spPr>
        <p:txBody>
          <a:bodyPr anchor="ctr"/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ko-KR" sz="1400" b="1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8" name="제목 29"/>
          <p:cNvSpPr>
            <a:spLocks noGrp="1"/>
          </p:cNvSpPr>
          <p:nvPr>
            <p:ph type="title"/>
          </p:nvPr>
        </p:nvSpPr>
        <p:spPr>
          <a:xfrm>
            <a:off x="403906" y="1597632"/>
            <a:ext cx="11312472" cy="632448"/>
          </a:xfrm>
          <a:prstGeom prst="rect">
            <a:avLst/>
          </a:prstGeom>
        </p:spPr>
        <p:txBody>
          <a:bodyPr anchor="ctr"/>
          <a:lstStyle>
            <a:lvl1pPr>
              <a:defRPr lang="ko-KR" altLang="en-US" sz="2800" b="1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9" name="텍스트 개체 틀 3"/>
          <p:cNvSpPr>
            <a:spLocks noGrp="1"/>
          </p:cNvSpPr>
          <p:nvPr>
            <p:ph type="body" sz="half" idx="17"/>
          </p:nvPr>
        </p:nvSpPr>
        <p:spPr>
          <a:xfrm>
            <a:off x="1345677" y="4622452"/>
            <a:ext cx="3135087" cy="284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altLang="ko-KR" sz="90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12" name="텍스트 개체 틀 3"/>
          <p:cNvSpPr>
            <a:spLocks noGrp="1"/>
          </p:cNvSpPr>
          <p:nvPr>
            <p:ph type="body" sz="half" idx="18"/>
          </p:nvPr>
        </p:nvSpPr>
        <p:spPr>
          <a:xfrm>
            <a:off x="1345677" y="4909556"/>
            <a:ext cx="3135087" cy="284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altLang="ko-KR" sz="90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13" name="텍스트 개체 틀 3"/>
          <p:cNvSpPr>
            <a:spLocks noGrp="1"/>
          </p:cNvSpPr>
          <p:nvPr>
            <p:ph type="body" sz="half" idx="19"/>
          </p:nvPr>
        </p:nvSpPr>
        <p:spPr>
          <a:xfrm>
            <a:off x="1345676" y="5193956"/>
            <a:ext cx="3135087" cy="284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altLang="ko-KR" sz="90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14" name="텍스트 개체 틀 3"/>
          <p:cNvSpPr>
            <a:spLocks noGrp="1"/>
          </p:cNvSpPr>
          <p:nvPr>
            <p:ph type="body" sz="half" idx="20"/>
          </p:nvPr>
        </p:nvSpPr>
        <p:spPr>
          <a:xfrm>
            <a:off x="1345676" y="5478356"/>
            <a:ext cx="3135087" cy="284400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en-US" altLang="ko-KR" sz="90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pic>
        <p:nvPicPr>
          <p:cNvPr id="16" name="Picture 2" descr="eyedentitygames logo png에 대한 이미지 검색결과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34" t="28647" r="228" b="41428"/>
          <a:stretch/>
        </p:blipFill>
        <p:spPr bwMode="auto">
          <a:xfrm>
            <a:off x="5907494" y="6454767"/>
            <a:ext cx="1440000" cy="23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BBAC00A5-E4F2-43AA-A0F4-7FDF53C7BFE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" r="2098"/>
          <a:stretch/>
        </p:blipFill>
        <p:spPr bwMode="auto">
          <a:xfrm>
            <a:off x="4891491" y="6378287"/>
            <a:ext cx="906589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97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S]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CFD43774-8060-42C5-9B0B-8490943945AA}"/>
              </a:ext>
            </a:extLst>
          </p:cNvPr>
          <p:cNvCxnSpPr>
            <a:cxnSpLocks/>
          </p:cNvCxnSpPr>
          <p:nvPr userDrawn="1"/>
        </p:nvCxnSpPr>
        <p:spPr>
          <a:xfrm>
            <a:off x="2226590" y="1040370"/>
            <a:ext cx="993295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제목 29"/>
          <p:cNvSpPr>
            <a:spLocks noGrp="1"/>
          </p:cNvSpPr>
          <p:nvPr>
            <p:ph type="title"/>
          </p:nvPr>
        </p:nvSpPr>
        <p:spPr>
          <a:xfrm>
            <a:off x="2226590" y="551505"/>
            <a:ext cx="9576836" cy="459801"/>
          </a:xfrm>
          <a:prstGeom prst="rect">
            <a:avLst/>
          </a:prstGeom>
        </p:spPr>
        <p:txBody>
          <a:bodyPr anchor="ctr"/>
          <a:lstStyle>
            <a:lvl1pPr>
              <a:defRPr lang="ko-KR" altLang="en-US" sz="2000" b="1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2" name="텍스트 개체 틀 2"/>
          <p:cNvSpPr>
            <a:spLocks noGrp="1"/>
          </p:cNvSpPr>
          <p:nvPr>
            <p:ph type="body" idx="1"/>
          </p:nvPr>
        </p:nvSpPr>
        <p:spPr>
          <a:xfrm>
            <a:off x="170796" y="638733"/>
            <a:ext cx="1440000" cy="23907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1000" b="1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226590" y="1344380"/>
            <a:ext cx="9576836" cy="413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ko-KR" altLang="en-US" sz="1800" b="1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37" name="텍스트 개체 틀 3"/>
          <p:cNvSpPr>
            <a:spLocks noGrp="1"/>
          </p:cNvSpPr>
          <p:nvPr>
            <p:ph type="body" sz="half" idx="14"/>
          </p:nvPr>
        </p:nvSpPr>
        <p:spPr>
          <a:xfrm>
            <a:off x="2226590" y="1855039"/>
            <a:ext cx="9576836" cy="298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altLang="ko-KR" sz="140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12" name="직사각형 11"/>
          <p:cNvSpPr/>
          <p:nvPr userDrawn="1"/>
        </p:nvSpPr>
        <p:spPr>
          <a:xfrm>
            <a:off x="16908" y="6501935"/>
            <a:ext cx="3948517" cy="230832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900" b="0" kern="1200" spc="-5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© ACTOZ SOFT CO., LTD. &amp; EYEDENTITY GAMES INC. ALL RIGHTS RESERVED.</a:t>
            </a:r>
          </a:p>
        </p:txBody>
      </p:sp>
      <p:sp>
        <p:nvSpPr>
          <p:cNvPr id="13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mtClean="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grpSp>
        <p:nvGrpSpPr>
          <p:cNvPr id="10" name="그룹 9"/>
          <p:cNvGrpSpPr>
            <a:grpSpLocks noChangeAspect="1"/>
          </p:cNvGrpSpPr>
          <p:nvPr userDrawn="1"/>
        </p:nvGrpSpPr>
        <p:grpSpPr>
          <a:xfrm>
            <a:off x="170796" y="329169"/>
            <a:ext cx="1827401" cy="252314"/>
            <a:chOff x="5642705" y="6357967"/>
            <a:chExt cx="2346589" cy="324000"/>
          </a:xfrm>
        </p:grpSpPr>
        <p:pic>
          <p:nvPicPr>
            <p:cNvPr id="11" name="Picture 2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7" r="2097"/>
            <a:stretch/>
          </p:blipFill>
          <p:spPr bwMode="auto">
            <a:xfrm>
              <a:off x="5642705" y="6357967"/>
              <a:ext cx="906589" cy="3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2" descr="eyedentitygames logo png에 대한 이미지 검색결과"/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834" t="28647" r="228" b="41428"/>
            <a:stretch/>
          </p:blipFill>
          <p:spPr bwMode="auto">
            <a:xfrm>
              <a:off x="6549294" y="6424287"/>
              <a:ext cx="1440000" cy="232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2194640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S] 공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2"/>
          <p:cNvSpPr>
            <a:spLocks noGrp="1"/>
          </p:cNvSpPr>
          <p:nvPr>
            <p:ph type="body" idx="1"/>
          </p:nvPr>
        </p:nvSpPr>
        <p:spPr>
          <a:xfrm>
            <a:off x="170796" y="638733"/>
            <a:ext cx="1440000" cy="23907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1000" b="1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16908" y="6501935"/>
            <a:ext cx="3919663" cy="230832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900" b="0" kern="1200" spc="-5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© ACTOZ SOFT CO., LTD. &amp; EYEDENTITY GAMES INC. ALL RIGHTS RESERVED.</a:t>
            </a:r>
          </a:p>
        </p:txBody>
      </p:sp>
      <p:sp>
        <p:nvSpPr>
          <p:cNvPr id="11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mtClean="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9917B81-FD81-A06D-ED7E-E9094F0BDC8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70796" y="329169"/>
            <a:ext cx="1827401" cy="252314"/>
            <a:chOff x="5642705" y="6357967"/>
            <a:chExt cx="2346589" cy="32400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1D0AD7AD-25EF-511F-815D-5AC56537F730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7" r="2097"/>
            <a:stretch/>
          </p:blipFill>
          <p:spPr bwMode="auto">
            <a:xfrm>
              <a:off x="5642705" y="6357967"/>
              <a:ext cx="906589" cy="3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2" descr="eyedentitygames logo png에 대한 이미지 검색결과">
              <a:extLst>
                <a:ext uri="{FF2B5EF4-FFF2-40B4-BE49-F238E27FC236}">
                  <a16:creationId xmlns:a16="http://schemas.microsoft.com/office/drawing/2014/main" id="{2DD362C0-217B-8D06-A414-A8C74C376CCC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834" t="28647" r="228" b="41428"/>
            <a:stretch/>
          </p:blipFill>
          <p:spPr bwMode="auto">
            <a:xfrm>
              <a:off x="6549294" y="6424287"/>
              <a:ext cx="1440000" cy="232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68221086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S]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747FFD0-E831-43D6-8BCA-539E65EE1410}"/>
              </a:ext>
            </a:extLst>
          </p:cNvPr>
          <p:cNvCxnSpPr>
            <a:cxnSpLocks/>
          </p:cNvCxnSpPr>
          <p:nvPr userDrawn="1"/>
        </p:nvCxnSpPr>
        <p:spPr>
          <a:xfrm>
            <a:off x="3368761" y="2531480"/>
            <a:ext cx="5400000" cy="0"/>
          </a:xfrm>
          <a:prstGeom prst="line">
            <a:avLst/>
          </a:prstGeom>
          <a:ln w="60325" cap="rnd">
            <a:solidFill>
              <a:srgbClr val="230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46FD4089-56FE-44A1-BED3-57B90AB9CBE3}"/>
              </a:ext>
            </a:extLst>
          </p:cNvPr>
          <p:cNvCxnSpPr>
            <a:cxnSpLocks/>
          </p:cNvCxnSpPr>
          <p:nvPr userDrawn="1"/>
        </p:nvCxnSpPr>
        <p:spPr>
          <a:xfrm>
            <a:off x="3368761" y="3899670"/>
            <a:ext cx="5400000" cy="0"/>
          </a:xfrm>
          <a:prstGeom prst="line">
            <a:avLst/>
          </a:prstGeom>
          <a:ln w="19050" cap="rnd">
            <a:solidFill>
              <a:srgbClr val="2301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제목 21"/>
          <p:cNvSpPr>
            <a:spLocks noGrp="1"/>
          </p:cNvSpPr>
          <p:nvPr>
            <p:ph type="title"/>
          </p:nvPr>
        </p:nvSpPr>
        <p:spPr>
          <a:xfrm>
            <a:off x="3368761" y="2859057"/>
            <a:ext cx="5400000" cy="709200"/>
          </a:xfrm>
          <a:prstGeom prst="rect">
            <a:avLst/>
          </a:prstGeom>
        </p:spPr>
        <p:txBody>
          <a:bodyPr anchor="ctr"/>
          <a:lstStyle>
            <a:lvl1pPr algn="ctr">
              <a:defRPr lang="ko-KR" altLang="en-US" sz="4000" b="1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9" name="텍스트 개체 틀 2"/>
          <p:cNvSpPr>
            <a:spLocks noGrp="1"/>
          </p:cNvSpPr>
          <p:nvPr>
            <p:ph type="body" idx="1"/>
          </p:nvPr>
        </p:nvSpPr>
        <p:spPr>
          <a:xfrm>
            <a:off x="170796" y="638733"/>
            <a:ext cx="1440000" cy="23907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1000" b="1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9" name="직사각형 8"/>
          <p:cNvSpPr/>
          <p:nvPr userDrawn="1"/>
        </p:nvSpPr>
        <p:spPr>
          <a:xfrm>
            <a:off x="16908" y="6501935"/>
            <a:ext cx="3919663" cy="230832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900" b="0" kern="1200" spc="-5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© ACTOZ SOFT CO., LTD. &amp; EYEDENTITY GAMES INC. ALL RIGHTS RESERVED.</a:t>
            </a:r>
          </a:p>
        </p:txBody>
      </p:sp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mtClean="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B68DB0D-A01D-D253-0775-37FC297B68D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70796" y="329169"/>
            <a:ext cx="1827401" cy="252314"/>
            <a:chOff x="5642705" y="6357967"/>
            <a:chExt cx="2346589" cy="32400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76897B7F-3D84-627B-C2C6-F7F1FE82E288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097" r="2097"/>
            <a:stretch/>
          </p:blipFill>
          <p:spPr bwMode="auto">
            <a:xfrm>
              <a:off x="5642705" y="6357967"/>
              <a:ext cx="906589" cy="324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2" descr="eyedentitygames logo png에 대한 이미지 검색결과">
              <a:extLst>
                <a:ext uri="{FF2B5EF4-FFF2-40B4-BE49-F238E27FC236}">
                  <a16:creationId xmlns:a16="http://schemas.microsoft.com/office/drawing/2014/main" id="{A6926058-1B84-8D1C-C226-EFB0D3D4C1C2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8834" t="28647" r="228" b="41428"/>
            <a:stretch/>
          </p:blipFill>
          <p:spPr bwMode="auto">
            <a:xfrm>
              <a:off x="6549294" y="6424287"/>
              <a:ext cx="1440000" cy="2320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89884565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S]풀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61913" y="539496"/>
            <a:ext cx="8640000" cy="5842627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461878"/>
            <a:ext cx="12189600" cy="1588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3"/>
          <p:cNvSpPr>
            <a:spLocks noChangeArrowheads="1"/>
          </p:cNvSpPr>
          <p:nvPr userDrawn="1"/>
        </p:nvSpPr>
        <p:spPr bwMode="auto">
          <a:xfrm>
            <a:off x="61913" y="142852"/>
            <a:ext cx="12071332" cy="252413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1" name="Rectangle 44"/>
          <p:cNvSpPr>
            <a:spLocks noChangeArrowheads="1"/>
          </p:cNvSpPr>
          <p:nvPr userDrawn="1"/>
        </p:nvSpPr>
        <p:spPr bwMode="auto">
          <a:xfrm>
            <a:off x="61913" y="142852"/>
            <a:ext cx="864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Project</a:t>
            </a:r>
          </a:p>
        </p:txBody>
      </p:sp>
      <p:sp>
        <p:nvSpPr>
          <p:cNvPr id="12" name="Rectangle 45"/>
          <p:cNvSpPr>
            <a:spLocks noChangeArrowheads="1"/>
          </p:cNvSpPr>
          <p:nvPr userDrawn="1"/>
        </p:nvSpPr>
        <p:spPr bwMode="auto">
          <a:xfrm>
            <a:off x="3421931" y="142852"/>
            <a:ext cx="864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13" name="직사각형 12"/>
          <p:cNvSpPr/>
          <p:nvPr userDrawn="1"/>
        </p:nvSpPr>
        <p:spPr>
          <a:xfrm>
            <a:off x="8821245" y="539497"/>
            <a:ext cx="3312000" cy="5842626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Rectangle 45"/>
          <p:cNvSpPr>
            <a:spLocks noChangeArrowheads="1"/>
          </p:cNvSpPr>
          <p:nvPr userDrawn="1"/>
        </p:nvSpPr>
        <p:spPr bwMode="auto">
          <a:xfrm>
            <a:off x="8821245" y="142852"/>
            <a:ext cx="576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Type</a:t>
            </a:r>
          </a:p>
        </p:txBody>
      </p:sp>
      <p:sp>
        <p:nvSpPr>
          <p:cNvPr id="24" name="텍스트 개체 틀 23"/>
          <p:cNvSpPr>
            <a:spLocks noGrp="1"/>
          </p:cNvSpPr>
          <p:nvPr>
            <p:ph type="body" sz="quarter" idx="13"/>
          </p:nvPr>
        </p:nvSpPr>
        <p:spPr>
          <a:xfrm>
            <a:off x="925913" y="142852"/>
            <a:ext cx="2496018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5" name="텍스트 개체 틀 23"/>
          <p:cNvSpPr>
            <a:spLocks noGrp="1"/>
          </p:cNvSpPr>
          <p:nvPr>
            <p:ph type="body" sz="quarter" idx="14"/>
          </p:nvPr>
        </p:nvSpPr>
        <p:spPr>
          <a:xfrm>
            <a:off x="4285932" y="142852"/>
            <a:ext cx="4535313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6" name="텍스트 개체 틀 23"/>
          <p:cNvSpPr>
            <a:spLocks noGrp="1"/>
          </p:cNvSpPr>
          <p:nvPr>
            <p:ph type="body" sz="quarter" idx="15"/>
          </p:nvPr>
        </p:nvSpPr>
        <p:spPr>
          <a:xfrm>
            <a:off x="9397245" y="142852"/>
            <a:ext cx="1080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0" name="텍스트 개체 틀 23"/>
          <p:cNvSpPr>
            <a:spLocks noGrp="1"/>
          </p:cNvSpPr>
          <p:nvPr>
            <p:ph type="body" sz="quarter" idx="16"/>
          </p:nvPr>
        </p:nvSpPr>
        <p:spPr>
          <a:xfrm>
            <a:off x="2088267" y="1228506"/>
            <a:ext cx="4647414" cy="55316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3200" b="1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1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815821" y="2290310"/>
            <a:ext cx="5192305" cy="413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ko-KR" altLang="en-US" sz="1800" b="1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32" name="텍스트 개체 틀 3"/>
          <p:cNvSpPr>
            <a:spLocks noGrp="1"/>
          </p:cNvSpPr>
          <p:nvPr>
            <p:ph type="body" sz="half" idx="17"/>
          </p:nvPr>
        </p:nvSpPr>
        <p:spPr>
          <a:xfrm>
            <a:off x="1815821" y="2800969"/>
            <a:ext cx="5192305" cy="298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altLang="ko-KR" sz="140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33" name="직사각형 32"/>
          <p:cNvSpPr/>
          <p:nvPr userDrawn="1"/>
        </p:nvSpPr>
        <p:spPr>
          <a:xfrm>
            <a:off x="8821245" y="539497"/>
            <a:ext cx="360000" cy="21431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No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/>
          <p:cNvSpPr/>
          <p:nvPr userDrawn="1"/>
        </p:nvSpPr>
        <p:spPr>
          <a:xfrm>
            <a:off x="9181245" y="539497"/>
            <a:ext cx="936000" cy="21431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Name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직사각형 34"/>
          <p:cNvSpPr/>
          <p:nvPr userDrawn="1"/>
        </p:nvSpPr>
        <p:spPr>
          <a:xfrm>
            <a:off x="10117245" y="539497"/>
            <a:ext cx="2016000" cy="21431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Description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직사각형 35"/>
          <p:cNvSpPr/>
          <p:nvPr userDrawn="1"/>
        </p:nvSpPr>
        <p:spPr>
          <a:xfrm>
            <a:off x="16908" y="6501935"/>
            <a:ext cx="3919663" cy="230832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900" b="0" kern="1200" spc="-5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© ACTOZ SOFT CO., LTD. &amp; EYEDENTITY GAMES INC. ALL RIGHTS RESERVED.</a:t>
            </a:r>
          </a:p>
        </p:txBody>
      </p:sp>
      <p:sp>
        <p:nvSpPr>
          <p:cNvPr id="37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mtClean="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21" name="Rectangle 45"/>
          <p:cNvSpPr>
            <a:spLocks noChangeArrowheads="1"/>
          </p:cNvSpPr>
          <p:nvPr userDrawn="1"/>
        </p:nvSpPr>
        <p:spPr bwMode="auto">
          <a:xfrm>
            <a:off x="10477245" y="142852"/>
            <a:ext cx="576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800" b="1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화면 코드</a:t>
            </a:r>
            <a:endParaRPr lang="en-US" altLang="ko-KR" sz="800" b="1" kern="1200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22" name="텍스트 개체 틀 23"/>
          <p:cNvSpPr>
            <a:spLocks noGrp="1"/>
          </p:cNvSpPr>
          <p:nvPr>
            <p:ph type="body" sz="quarter" idx="18"/>
          </p:nvPr>
        </p:nvSpPr>
        <p:spPr>
          <a:xfrm>
            <a:off x="11053246" y="143537"/>
            <a:ext cx="1080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1169321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S]공지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61913" y="539496"/>
            <a:ext cx="8640000" cy="584262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34" name="직사각형 33"/>
          <p:cNvSpPr/>
          <p:nvPr userDrawn="1"/>
        </p:nvSpPr>
        <p:spPr>
          <a:xfrm>
            <a:off x="1501913" y="539496"/>
            <a:ext cx="5760000" cy="584262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461878"/>
            <a:ext cx="12189600" cy="1588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3"/>
          <p:cNvSpPr>
            <a:spLocks noChangeArrowheads="1"/>
          </p:cNvSpPr>
          <p:nvPr userDrawn="1"/>
        </p:nvSpPr>
        <p:spPr bwMode="auto">
          <a:xfrm>
            <a:off x="61913" y="142852"/>
            <a:ext cx="12071332" cy="252413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8821245" y="539497"/>
            <a:ext cx="3312000" cy="5842626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텍스트 개체 틀 23"/>
          <p:cNvSpPr>
            <a:spLocks noGrp="1"/>
          </p:cNvSpPr>
          <p:nvPr>
            <p:ph type="body" sz="quarter" idx="13"/>
          </p:nvPr>
        </p:nvSpPr>
        <p:spPr>
          <a:xfrm>
            <a:off x="925913" y="142852"/>
            <a:ext cx="2496018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5" name="텍스트 개체 틀 23"/>
          <p:cNvSpPr>
            <a:spLocks noGrp="1"/>
          </p:cNvSpPr>
          <p:nvPr>
            <p:ph type="body" sz="quarter" idx="14"/>
          </p:nvPr>
        </p:nvSpPr>
        <p:spPr>
          <a:xfrm>
            <a:off x="4285932" y="142852"/>
            <a:ext cx="4535313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7" name="텍스트 개체 틀 23"/>
          <p:cNvSpPr>
            <a:spLocks noGrp="1"/>
          </p:cNvSpPr>
          <p:nvPr>
            <p:ph type="body" sz="quarter" idx="16"/>
          </p:nvPr>
        </p:nvSpPr>
        <p:spPr>
          <a:xfrm>
            <a:off x="2088267" y="1228506"/>
            <a:ext cx="4647414" cy="55316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3200" b="1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8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815821" y="2290310"/>
            <a:ext cx="5192305" cy="4133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ko-KR" altLang="en-US" sz="1800" b="1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29" name="텍스트 개체 틀 3"/>
          <p:cNvSpPr>
            <a:spLocks noGrp="1"/>
          </p:cNvSpPr>
          <p:nvPr>
            <p:ph type="body" sz="half" idx="17"/>
          </p:nvPr>
        </p:nvSpPr>
        <p:spPr>
          <a:xfrm>
            <a:off x="1815821" y="2800969"/>
            <a:ext cx="5192305" cy="2988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altLang="ko-KR" sz="140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23" name="직사각형 22"/>
          <p:cNvSpPr/>
          <p:nvPr userDrawn="1"/>
        </p:nvSpPr>
        <p:spPr>
          <a:xfrm>
            <a:off x="8821245" y="539497"/>
            <a:ext cx="360000" cy="21431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No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직사각형 29"/>
          <p:cNvSpPr/>
          <p:nvPr userDrawn="1"/>
        </p:nvSpPr>
        <p:spPr>
          <a:xfrm>
            <a:off x="9181245" y="539497"/>
            <a:ext cx="936000" cy="21431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Name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직사각형 30"/>
          <p:cNvSpPr/>
          <p:nvPr userDrawn="1"/>
        </p:nvSpPr>
        <p:spPr>
          <a:xfrm>
            <a:off x="10117245" y="539497"/>
            <a:ext cx="2016000" cy="21431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Description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직사각형 31"/>
          <p:cNvSpPr/>
          <p:nvPr userDrawn="1"/>
        </p:nvSpPr>
        <p:spPr>
          <a:xfrm>
            <a:off x="16908" y="6501935"/>
            <a:ext cx="3919663" cy="230832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900" b="0" kern="1200" spc="-5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© ACTOZ SOFT CO., LTD. &amp; EYEDENTITY GAMES INC. ALL RIGHTS RESERVED.</a:t>
            </a:r>
          </a:p>
        </p:txBody>
      </p:sp>
      <p:sp>
        <p:nvSpPr>
          <p:cNvPr id="33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mtClean="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35" name="텍스트 개체 틀 23"/>
          <p:cNvSpPr>
            <a:spLocks noGrp="1"/>
          </p:cNvSpPr>
          <p:nvPr>
            <p:ph type="body" sz="quarter" idx="15"/>
          </p:nvPr>
        </p:nvSpPr>
        <p:spPr>
          <a:xfrm>
            <a:off x="9397245" y="142852"/>
            <a:ext cx="1080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7" name="텍스트 개체 틀 23"/>
          <p:cNvSpPr>
            <a:spLocks noGrp="1"/>
          </p:cNvSpPr>
          <p:nvPr>
            <p:ph type="body" sz="quarter" idx="18"/>
          </p:nvPr>
        </p:nvSpPr>
        <p:spPr>
          <a:xfrm>
            <a:off x="11053246" y="143537"/>
            <a:ext cx="1080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8" name="Rectangle 44"/>
          <p:cNvSpPr>
            <a:spLocks noChangeArrowheads="1"/>
          </p:cNvSpPr>
          <p:nvPr userDrawn="1"/>
        </p:nvSpPr>
        <p:spPr bwMode="auto">
          <a:xfrm>
            <a:off x="61913" y="142852"/>
            <a:ext cx="864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algn="ctr" defTabSz="914400" rtl="0" eaLnBrk="1" latinLnBrk="1" hangingPunct="1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Project</a:t>
            </a:r>
          </a:p>
        </p:txBody>
      </p:sp>
      <p:sp>
        <p:nvSpPr>
          <p:cNvPr id="39" name="Rectangle 45"/>
          <p:cNvSpPr>
            <a:spLocks noChangeArrowheads="1"/>
          </p:cNvSpPr>
          <p:nvPr userDrawn="1"/>
        </p:nvSpPr>
        <p:spPr bwMode="auto">
          <a:xfrm>
            <a:off x="3421931" y="142852"/>
            <a:ext cx="864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40" name="Rectangle 45"/>
          <p:cNvSpPr>
            <a:spLocks noChangeArrowheads="1"/>
          </p:cNvSpPr>
          <p:nvPr userDrawn="1"/>
        </p:nvSpPr>
        <p:spPr bwMode="auto">
          <a:xfrm>
            <a:off x="8821245" y="142852"/>
            <a:ext cx="576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Type</a:t>
            </a:r>
          </a:p>
        </p:txBody>
      </p:sp>
      <p:sp>
        <p:nvSpPr>
          <p:cNvPr id="41" name="Rectangle 45"/>
          <p:cNvSpPr>
            <a:spLocks noChangeArrowheads="1"/>
          </p:cNvSpPr>
          <p:nvPr userDrawn="1"/>
        </p:nvSpPr>
        <p:spPr bwMode="auto">
          <a:xfrm>
            <a:off x="10477245" y="142852"/>
            <a:ext cx="576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800" b="1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화면 코드</a:t>
            </a:r>
            <a:endParaRPr lang="en-US" altLang="ko-KR" sz="800" b="1" kern="1200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85354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S]모바일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 userDrawn="1"/>
        </p:nvSpPr>
        <p:spPr>
          <a:xfrm>
            <a:off x="61913" y="539496"/>
            <a:ext cx="8640000" cy="584262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461878"/>
            <a:ext cx="12189600" cy="1588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3"/>
          <p:cNvSpPr>
            <a:spLocks noChangeArrowheads="1"/>
          </p:cNvSpPr>
          <p:nvPr userDrawn="1"/>
        </p:nvSpPr>
        <p:spPr bwMode="auto">
          <a:xfrm>
            <a:off x="61913" y="142852"/>
            <a:ext cx="12071332" cy="252413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8821245" y="539497"/>
            <a:ext cx="3312000" cy="5842626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텍스트 개체 틀 23"/>
          <p:cNvSpPr>
            <a:spLocks noGrp="1"/>
          </p:cNvSpPr>
          <p:nvPr>
            <p:ph type="body" sz="quarter" idx="13"/>
          </p:nvPr>
        </p:nvSpPr>
        <p:spPr>
          <a:xfrm>
            <a:off x="925913" y="142852"/>
            <a:ext cx="2496018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5" name="텍스트 개체 틀 23"/>
          <p:cNvSpPr>
            <a:spLocks noGrp="1"/>
          </p:cNvSpPr>
          <p:nvPr>
            <p:ph type="body" sz="quarter" idx="14"/>
          </p:nvPr>
        </p:nvSpPr>
        <p:spPr>
          <a:xfrm>
            <a:off x="4285932" y="142852"/>
            <a:ext cx="4535313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3" name="직사각형 32"/>
          <p:cNvSpPr/>
          <p:nvPr userDrawn="1"/>
        </p:nvSpPr>
        <p:spPr>
          <a:xfrm>
            <a:off x="8821245" y="539497"/>
            <a:ext cx="360000" cy="21431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No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직사각형 33"/>
          <p:cNvSpPr/>
          <p:nvPr userDrawn="1"/>
        </p:nvSpPr>
        <p:spPr>
          <a:xfrm>
            <a:off x="9181245" y="539497"/>
            <a:ext cx="936000" cy="21431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Name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직사각형 34"/>
          <p:cNvSpPr/>
          <p:nvPr userDrawn="1"/>
        </p:nvSpPr>
        <p:spPr>
          <a:xfrm>
            <a:off x="10117245" y="539497"/>
            <a:ext cx="2016000" cy="21431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Description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직사각형 21"/>
          <p:cNvSpPr/>
          <p:nvPr userDrawn="1"/>
        </p:nvSpPr>
        <p:spPr>
          <a:xfrm>
            <a:off x="2681021" y="712271"/>
            <a:ext cx="2952000" cy="547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905710" y="1011855"/>
            <a:ext cx="2173795" cy="280075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altLang="ko-KR" sz="1400" b="1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29" name="텍스트 개체 틀 3"/>
          <p:cNvSpPr>
            <a:spLocks noGrp="1"/>
          </p:cNvSpPr>
          <p:nvPr>
            <p:ph type="body" sz="half" idx="17"/>
          </p:nvPr>
        </p:nvSpPr>
        <p:spPr>
          <a:xfrm>
            <a:off x="2905710" y="1378164"/>
            <a:ext cx="2173795" cy="215985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altLang="ko-KR" sz="1000" b="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51" name="직사각형 50"/>
          <p:cNvSpPr/>
          <p:nvPr userDrawn="1"/>
        </p:nvSpPr>
        <p:spPr>
          <a:xfrm>
            <a:off x="16908" y="6501935"/>
            <a:ext cx="3919663" cy="230832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900" b="0" kern="1200" spc="-5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© ACTOZ SOFT CO., LTD. &amp; EYEDENTITY GAMES INC. ALL RIGHTS RESERVED.</a:t>
            </a:r>
          </a:p>
        </p:txBody>
      </p:sp>
      <p:sp>
        <p:nvSpPr>
          <p:cNvPr id="52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mtClean="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23" name="텍스트 개체 틀 23"/>
          <p:cNvSpPr>
            <a:spLocks noGrp="1"/>
          </p:cNvSpPr>
          <p:nvPr>
            <p:ph type="body" sz="quarter" idx="15"/>
          </p:nvPr>
        </p:nvSpPr>
        <p:spPr>
          <a:xfrm>
            <a:off x="9397245" y="142852"/>
            <a:ext cx="1080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0" name="텍스트 개체 틀 23"/>
          <p:cNvSpPr>
            <a:spLocks noGrp="1"/>
          </p:cNvSpPr>
          <p:nvPr>
            <p:ph type="body" sz="quarter" idx="18"/>
          </p:nvPr>
        </p:nvSpPr>
        <p:spPr>
          <a:xfrm>
            <a:off x="11053246" y="143537"/>
            <a:ext cx="1080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1" name="Rectangle 44"/>
          <p:cNvSpPr>
            <a:spLocks noChangeArrowheads="1"/>
          </p:cNvSpPr>
          <p:nvPr userDrawn="1"/>
        </p:nvSpPr>
        <p:spPr bwMode="auto">
          <a:xfrm>
            <a:off x="61913" y="142852"/>
            <a:ext cx="864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algn="ctr" defTabSz="914400" rtl="0" eaLnBrk="1" latinLnBrk="1" hangingPunct="1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Project</a:t>
            </a:r>
          </a:p>
        </p:txBody>
      </p:sp>
      <p:sp>
        <p:nvSpPr>
          <p:cNvPr id="32" name="Rectangle 45"/>
          <p:cNvSpPr>
            <a:spLocks noChangeArrowheads="1"/>
          </p:cNvSpPr>
          <p:nvPr userDrawn="1"/>
        </p:nvSpPr>
        <p:spPr bwMode="auto">
          <a:xfrm>
            <a:off x="3421931" y="142852"/>
            <a:ext cx="864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36" name="Rectangle 45"/>
          <p:cNvSpPr>
            <a:spLocks noChangeArrowheads="1"/>
          </p:cNvSpPr>
          <p:nvPr userDrawn="1"/>
        </p:nvSpPr>
        <p:spPr bwMode="auto">
          <a:xfrm>
            <a:off x="8821245" y="142852"/>
            <a:ext cx="576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Type</a:t>
            </a:r>
          </a:p>
        </p:txBody>
      </p:sp>
      <p:sp>
        <p:nvSpPr>
          <p:cNvPr id="37" name="Rectangle 45"/>
          <p:cNvSpPr>
            <a:spLocks noChangeArrowheads="1"/>
          </p:cNvSpPr>
          <p:nvPr userDrawn="1"/>
        </p:nvSpPr>
        <p:spPr bwMode="auto">
          <a:xfrm>
            <a:off x="10477245" y="142852"/>
            <a:ext cx="576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800" b="1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화면 코드</a:t>
            </a:r>
            <a:endParaRPr lang="en-US" altLang="ko-KR" sz="800" b="1" kern="1200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84902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S]모바일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직사각형 41"/>
          <p:cNvSpPr/>
          <p:nvPr userDrawn="1"/>
        </p:nvSpPr>
        <p:spPr>
          <a:xfrm>
            <a:off x="61913" y="539496"/>
            <a:ext cx="8640000" cy="584262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ko-KR" altLang="en-US">
              <a:solidFill>
                <a:prstClr val="white"/>
              </a:solidFill>
            </a:endParaRP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461878"/>
            <a:ext cx="12189600" cy="1588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43"/>
          <p:cNvSpPr>
            <a:spLocks noChangeArrowheads="1"/>
          </p:cNvSpPr>
          <p:nvPr userDrawn="1"/>
        </p:nvSpPr>
        <p:spPr bwMode="auto">
          <a:xfrm>
            <a:off x="61913" y="142852"/>
            <a:ext cx="12071332" cy="252413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ko-KR" sz="900">
              <a:latin typeface="돋움" pitchFamily="50" charset="-127"/>
              <a:ea typeface="돋움" pitchFamily="50" charset="-127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8821245" y="539497"/>
            <a:ext cx="3312000" cy="5842626"/>
          </a:xfrm>
          <a:prstGeom prst="rect">
            <a:avLst/>
          </a:prstGeom>
          <a:noFill/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텍스트 개체 틀 23"/>
          <p:cNvSpPr>
            <a:spLocks noGrp="1"/>
          </p:cNvSpPr>
          <p:nvPr>
            <p:ph type="body" sz="quarter" idx="13"/>
          </p:nvPr>
        </p:nvSpPr>
        <p:spPr>
          <a:xfrm>
            <a:off x="925913" y="142852"/>
            <a:ext cx="2496018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5" name="텍스트 개체 틀 23"/>
          <p:cNvSpPr>
            <a:spLocks noGrp="1"/>
          </p:cNvSpPr>
          <p:nvPr>
            <p:ph type="body" sz="quarter" idx="14"/>
          </p:nvPr>
        </p:nvSpPr>
        <p:spPr>
          <a:xfrm>
            <a:off x="4285932" y="142852"/>
            <a:ext cx="4535313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4" name="직사각형 33"/>
          <p:cNvSpPr/>
          <p:nvPr userDrawn="1"/>
        </p:nvSpPr>
        <p:spPr>
          <a:xfrm>
            <a:off x="9181245" y="539497"/>
            <a:ext cx="936000" cy="21431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Name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직사각형 34"/>
          <p:cNvSpPr/>
          <p:nvPr userDrawn="1"/>
        </p:nvSpPr>
        <p:spPr>
          <a:xfrm>
            <a:off x="10117245" y="539497"/>
            <a:ext cx="2016000" cy="21431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Description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직사각형 21"/>
          <p:cNvSpPr/>
          <p:nvPr userDrawn="1"/>
        </p:nvSpPr>
        <p:spPr>
          <a:xfrm>
            <a:off x="534168" y="712271"/>
            <a:ext cx="2952000" cy="547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758857" y="1011855"/>
            <a:ext cx="2173795" cy="280075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altLang="ko-KR" sz="1400" b="1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29" name="텍스트 개체 틀 3"/>
          <p:cNvSpPr>
            <a:spLocks noGrp="1"/>
          </p:cNvSpPr>
          <p:nvPr>
            <p:ph type="body" sz="half" idx="17"/>
          </p:nvPr>
        </p:nvSpPr>
        <p:spPr>
          <a:xfrm>
            <a:off x="758857" y="1378164"/>
            <a:ext cx="2173795" cy="215985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altLang="ko-KR" sz="1000" b="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51" name="직사각형 50"/>
          <p:cNvSpPr/>
          <p:nvPr userDrawn="1"/>
        </p:nvSpPr>
        <p:spPr>
          <a:xfrm>
            <a:off x="16908" y="6501935"/>
            <a:ext cx="3919663" cy="230832"/>
          </a:xfrm>
          <a:prstGeom prst="rect">
            <a:avLst/>
          </a:prstGeom>
        </p:spPr>
        <p:txBody>
          <a:bodyPr wrap="none" anchor="b">
            <a:spAutoFit/>
          </a:bodyPr>
          <a:lstStyle/>
          <a:p>
            <a:pPr algn="l"/>
            <a:r>
              <a:rPr lang="en-US" altLang="ko-KR" sz="900" b="0" kern="1200" spc="-50" baseline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6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© ACTOZ SOFT CO., LTD. &amp; EYEDENTITY GAMES INC. ALL RIGHTS RESERVED.</a:t>
            </a:r>
          </a:p>
        </p:txBody>
      </p:sp>
      <p:sp>
        <p:nvSpPr>
          <p:cNvPr id="52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228991" y="6502151"/>
            <a:ext cx="792213" cy="230400"/>
          </a:xfrm>
          <a:prstGeom prst="rect">
            <a:avLst/>
          </a:prstGeom>
        </p:spPr>
        <p:txBody>
          <a:bodyPr lIns="84134" tIns="42067" rIns="84134" bIns="42067" anchor="ctr"/>
          <a:lstStyle>
            <a:lvl1pPr marL="0" algn="r" defTabSz="914400" rtl="0" eaLnBrk="1" latinLnBrk="1" hangingPunct="1">
              <a:defRPr lang="ko-KR" altLang="en-US" sz="900" kern="1200" smtClean="0">
                <a:solidFill>
                  <a:schemeClr val="tx1">
                    <a:tint val="7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fld id="{DCD2D009-6DA3-4584-A776-8158E673123B}" type="slidenum">
              <a:rPr lang="en-US" altLang="ko-KR" smtClean="0"/>
              <a:pPr/>
              <a:t>‹#›</a:t>
            </a:fld>
            <a:endParaRPr lang="en-US" dirty="0"/>
          </a:p>
        </p:txBody>
      </p:sp>
      <p:sp>
        <p:nvSpPr>
          <p:cNvPr id="27" name="직사각형 26"/>
          <p:cNvSpPr/>
          <p:nvPr userDrawn="1"/>
        </p:nvSpPr>
        <p:spPr>
          <a:xfrm>
            <a:off x="4692082" y="712271"/>
            <a:ext cx="2952000" cy="5472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텍스트 개체 틀 3"/>
          <p:cNvSpPr>
            <a:spLocks noGrp="1"/>
          </p:cNvSpPr>
          <p:nvPr>
            <p:ph type="body" sz="half" idx="18"/>
          </p:nvPr>
        </p:nvSpPr>
        <p:spPr>
          <a:xfrm>
            <a:off x="4912305" y="1011855"/>
            <a:ext cx="2173795" cy="280075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altLang="ko-KR" sz="1400" b="1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31" name="텍스트 개체 틀 3"/>
          <p:cNvSpPr>
            <a:spLocks noGrp="1"/>
          </p:cNvSpPr>
          <p:nvPr>
            <p:ph type="body" sz="half" idx="19"/>
          </p:nvPr>
        </p:nvSpPr>
        <p:spPr>
          <a:xfrm>
            <a:off x="4912305" y="1378164"/>
            <a:ext cx="2173795" cy="215985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lang="en-US" altLang="ko-KR" sz="1000" b="0" kern="1200" spc="-80" dirty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marL="0" lv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ko-KR" altLang="en-US" dirty="0"/>
              <a:t>마스터 텍스트 스타일 편집</a:t>
            </a:r>
            <a:endParaRPr lang="en-US" altLang="ko-KR" dirty="0"/>
          </a:p>
        </p:txBody>
      </p:sp>
      <p:sp>
        <p:nvSpPr>
          <p:cNvPr id="32" name="직사각형 31"/>
          <p:cNvSpPr/>
          <p:nvPr userDrawn="1"/>
        </p:nvSpPr>
        <p:spPr>
          <a:xfrm>
            <a:off x="8821245" y="539497"/>
            <a:ext cx="360000" cy="21431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맑은 고딕" pitchFamily="50" charset="-127"/>
                <a:ea typeface="맑은 고딕" pitchFamily="50" charset="-127"/>
              </a:rPr>
              <a:t>No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텍스트 개체 틀 23"/>
          <p:cNvSpPr>
            <a:spLocks noGrp="1"/>
          </p:cNvSpPr>
          <p:nvPr>
            <p:ph type="body" sz="quarter" idx="15"/>
          </p:nvPr>
        </p:nvSpPr>
        <p:spPr>
          <a:xfrm>
            <a:off x="9397245" y="142852"/>
            <a:ext cx="1080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8" name="텍스트 개체 틀 23"/>
          <p:cNvSpPr>
            <a:spLocks noGrp="1"/>
          </p:cNvSpPr>
          <p:nvPr>
            <p:ph type="body" sz="quarter" idx="20"/>
          </p:nvPr>
        </p:nvSpPr>
        <p:spPr>
          <a:xfrm>
            <a:off x="11053246" y="143537"/>
            <a:ext cx="1080000" cy="252000"/>
          </a:xfrm>
          <a:prstGeom prst="rect">
            <a:avLst/>
          </a:prstGeom>
        </p:spPr>
        <p:txBody>
          <a:bodyPr anchor="ctr"/>
          <a:lstStyle>
            <a:lvl1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1pPr>
            <a:lvl2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2pPr>
            <a:lvl3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3pPr>
            <a:lvl4pPr marL="0" indent="0" algn="l" defTabSz="914400" rtl="0" eaLnBrk="1" latinLnBrk="1" hangingPunct="1">
              <a:buNone/>
              <a:defRPr lang="ko-KR" altLang="en-US" sz="900" kern="1200" dirty="0" smtClean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4pPr>
            <a:lvl5pPr marL="0" indent="0" algn="l" defTabSz="914400" rtl="0" eaLnBrk="1" latinLnBrk="1" hangingPunct="1">
              <a:buNone/>
              <a:defRPr lang="ko-KR" altLang="en-US" sz="900" kern="12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  <a:cs typeface="+mn-cs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39" name="Rectangle 44"/>
          <p:cNvSpPr>
            <a:spLocks noChangeArrowheads="1"/>
          </p:cNvSpPr>
          <p:nvPr userDrawn="1"/>
        </p:nvSpPr>
        <p:spPr bwMode="auto">
          <a:xfrm>
            <a:off x="61913" y="142852"/>
            <a:ext cx="864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algn="ctr" defTabSz="914400" rtl="0" eaLnBrk="1" latinLnBrk="1" hangingPunct="1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Project</a:t>
            </a:r>
          </a:p>
        </p:txBody>
      </p:sp>
      <p:sp>
        <p:nvSpPr>
          <p:cNvPr id="40" name="Rectangle 45"/>
          <p:cNvSpPr>
            <a:spLocks noChangeArrowheads="1"/>
          </p:cNvSpPr>
          <p:nvPr userDrawn="1"/>
        </p:nvSpPr>
        <p:spPr bwMode="auto">
          <a:xfrm>
            <a:off x="3421931" y="142852"/>
            <a:ext cx="864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Category</a:t>
            </a:r>
          </a:p>
        </p:txBody>
      </p:sp>
      <p:sp>
        <p:nvSpPr>
          <p:cNvPr id="41" name="Rectangle 45"/>
          <p:cNvSpPr>
            <a:spLocks noChangeArrowheads="1"/>
          </p:cNvSpPr>
          <p:nvPr userDrawn="1"/>
        </p:nvSpPr>
        <p:spPr bwMode="auto">
          <a:xfrm>
            <a:off x="8821245" y="142852"/>
            <a:ext cx="576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marL="0" lvl="0" algn="ctr" defTabSz="914400" rtl="0" eaLnBrk="1" latinLnBrk="1" hangingPunct="1"/>
            <a:r>
              <a:rPr lang="en-US" altLang="ko-KR" sz="800" b="1" kern="1200" spc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Arial" panose="020B0604020202020204" pitchFamily="34" charset="0"/>
                <a:ea typeface="나눔고딕" panose="020D0604000000000000" pitchFamily="50" charset="-127"/>
                <a:cs typeface="Arial" panose="020B0604020202020204" pitchFamily="34" charset="0"/>
              </a:rPr>
              <a:t>Type</a:t>
            </a:r>
          </a:p>
        </p:txBody>
      </p:sp>
      <p:sp>
        <p:nvSpPr>
          <p:cNvPr id="43" name="Rectangle 45"/>
          <p:cNvSpPr>
            <a:spLocks noChangeArrowheads="1"/>
          </p:cNvSpPr>
          <p:nvPr userDrawn="1"/>
        </p:nvSpPr>
        <p:spPr bwMode="auto">
          <a:xfrm>
            <a:off x="10477245" y="142852"/>
            <a:ext cx="576000" cy="252413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800" b="1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rPr>
              <a:t>화면 코드</a:t>
            </a:r>
            <a:endParaRPr lang="en-US" altLang="ko-KR" sz="800" b="1" kern="1200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8837505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S]마침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그룹 7"/>
          <p:cNvGrpSpPr/>
          <p:nvPr userDrawn="1"/>
        </p:nvGrpSpPr>
        <p:grpSpPr>
          <a:xfrm>
            <a:off x="4397458" y="2744905"/>
            <a:ext cx="3397085" cy="1368190"/>
            <a:chOff x="4397462" y="2861680"/>
            <a:chExt cx="3397085" cy="1368190"/>
          </a:xfrm>
        </p:grpSpPr>
        <p:cxnSp>
          <p:nvCxnSpPr>
            <p:cNvPr id="3" name="직선 연결선 2">
              <a:extLst>
                <a:ext uri="{FF2B5EF4-FFF2-40B4-BE49-F238E27FC236}">
                  <a16:creationId xmlns:a16="http://schemas.microsoft.com/office/drawing/2014/main" id="{9747FFD0-E831-43D6-8BCA-539E65EE141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511780" y="2861680"/>
              <a:ext cx="3168440" cy="0"/>
            </a:xfrm>
            <a:prstGeom prst="line">
              <a:avLst/>
            </a:prstGeom>
            <a:ln w="60325" cap="rnd">
              <a:solidFill>
                <a:srgbClr val="2301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46FD4089-56FE-44A1-BED3-57B90AB9CBE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397462" y="4229870"/>
              <a:ext cx="3397085" cy="0"/>
            </a:xfrm>
            <a:prstGeom prst="line">
              <a:avLst/>
            </a:prstGeom>
            <a:ln w="19050" cap="rnd">
              <a:solidFill>
                <a:srgbClr val="2301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BCEBE2F-5DA2-4181-9EA4-1B8681BC5FF5}"/>
                </a:ext>
              </a:extLst>
            </p:cNvPr>
            <p:cNvSpPr/>
            <p:nvPr userDrawn="1"/>
          </p:nvSpPr>
          <p:spPr>
            <a:xfrm>
              <a:off x="4797670" y="3189257"/>
              <a:ext cx="2596673" cy="7078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4000" b="1" kern="1200" spc="-80" dirty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+mn-cs"/>
                </a:rPr>
                <a:t>Thank You</a:t>
              </a:r>
              <a:endParaRPr lang="ko-KR" altLang="en-US" sz="4000" b="1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endParaRPr>
            </a:p>
          </p:txBody>
        </p:sp>
      </p:grpSp>
      <p:pic>
        <p:nvPicPr>
          <p:cNvPr id="7" name="Picture 2" descr="eyedentitygames logo png에 대한 이미지 검색결과">
            <a:extLst>
              <a:ext uri="{FF2B5EF4-FFF2-40B4-BE49-F238E27FC236}">
                <a16:creationId xmlns:a16="http://schemas.microsoft.com/office/drawing/2014/main" id="{4D72443F-EFE8-0EF8-510C-4C9C42E91B99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34" t="28647" r="228" b="41428"/>
          <a:stretch/>
        </p:blipFill>
        <p:spPr bwMode="auto">
          <a:xfrm>
            <a:off x="5945914" y="6454767"/>
            <a:ext cx="1440000" cy="23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6DCF129E-CA40-ADEF-F026-EE34A3BAD6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8" r="2098"/>
          <a:stretch/>
        </p:blipFill>
        <p:spPr bwMode="auto">
          <a:xfrm>
            <a:off x="4929911" y="6378287"/>
            <a:ext cx="906589" cy="3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77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842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30" r:id="rId2"/>
    <p:sldLayoutId id="2147483679" r:id="rId3"/>
    <p:sldLayoutId id="2147483722" r:id="rId4"/>
    <p:sldLayoutId id="2147483663" r:id="rId5"/>
    <p:sldLayoutId id="2147483726" r:id="rId6"/>
    <p:sldLayoutId id="2147483727" r:id="rId7"/>
    <p:sldLayoutId id="2147483729" r:id="rId8"/>
    <p:sldLayoutId id="2147483677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7121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682" r:id="rId2"/>
    <p:sldLayoutId id="2147483706" r:id="rId3"/>
    <p:sldLayoutId id="2147483683" r:id="rId4"/>
    <p:sldLayoutId id="2147483700" r:id="rId5"/>
    <p:sldLayoutId id="2147483701" r:id="rId6"/>
    <p:sldLayoutId id="2147483698" r:id="rId7"/>
    <p:sldLayoutId id="2147483699" r:id="rId8"/>
    <p:sldLayoutId id="2147483687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4318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  <a:latin typeface="+mn-ea"/>
                <a:ea typeface="+mn-ea"/>
              </a:rPr>
              <a:t>| </a:t>
            </a:r>
            <a:r>
              <a:rPr lang="ko-KR" altLang="en-US" dirty="0" err="1">
                <a:solidFill>
                  <a:schemeClr val="tx1"/>
                </a:solidFill>
                <a:latin typeface="+mn-ea"/>
                <a:ea typeface="+mn-ea"/>
              </a:rPr>
              <a:t>라테일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>
                <a:solidFill>
                  <a:schemeClr val="tx1"/>
                </a:solidFill>
                <a:latin typeface="+mn-ea"/>
                <a:ea typeface="+mn-ea"/>
              </a:rPr>
              <a:t>배틀패스</a:t>
            </a:r>
            <a:endParaRPr lang="ko-KR" altLang="en-US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17"/>
          </p:nvPr>
        </p:nvSpPr>
        <p:spPr/>
        <p:txBody>
          <a:bodyPr/>
          <a:lstStyle/>
          <a:p>
            <a:r>
              <a:rPr lang="en-US" altLang="ko-KR" spc="0" dirty="0">
                <a:latin typeface="+mn-ea"/>
                <a:ea typeface="+mn-ea"/>
              </a:rPr>
              <a:t>V1.0</a:t>
            </a:r>
            <a:endParaRPr lang="ko-KR" altLang="en-US" spc="0" dirty="0">
              <a:latin typeface="+mn-ea"/>
              <a:ea typeface="+mn-ea"/>
            </a:endParaRPr>
          </a:p>
        </p:txBody>
      </p:sp>
      <p:sp>
        <p:nvSpPr>
          <p:cNvPr id="5" name="텍스트 개체 틀 4"/>
          <p:cNvSpPr>
            <a:spLocks noGrp="1"/>
          </p:cNvSpPr>
          <p:nvPr>
            <p:ph type="body" sz="half" idx="18"/>
          </p:nvPr>
        </p:nvSpPr>
        <p:spPr/>
        <p:txBody>
          <a:bodyPr/>
          <a:lstStyle/>
          <a:p>
            <a:r>
              <a:rPr lang="en-US" altLang="ko-KR" spc="0" dirty="0">
                <a:latin typeface="+mn-ea"/>
                <a:ea typeface="+mn-ea"/>
              </a:rPr>
              <a:t>2026.12.02 %</a:t>
            </a:r>
            <a:r>
              <a:rPr lang="ko-KR" altLang="en-US" spc="0" dirty="0">
                <a:latin typeface="+mn-ea"/>
                <a:ea typeface="+mn-ea"/>
              </a:rPr>
              <a:t>오늘날짜</a:t>
            </a:r>
            <a:r>
              <a:rPr lang="en-US" altLang="ko-KR" spc="0" dirty="0"/>
              <a:t>%</a:t>
            </a:r>
            <a:endParaRPr lang="ko-KR" altLang="en-US" spc="0" dirty="0">
              <a:latin typeface="+mn-ea"/>
              <a:ea typeface="+mn-ea"/>
            </a:endParaRPr>
          </a:p>
        </p:txBody>
      </p:sp>
      <p:sp>
        <p:nvSpPr>
          <p:cNvPr id="6" name="텍스트 개체 틀 5"/>
          <p:cNvSpPr>
            <a:spLocks noGrp="1"/>
          </p:cNvSpPr>
          <p:nvPr>
            <p:ph type="body" sz="half" idx="19"/>
          </p:nvPr>
        </p:nvSpPr>
        <p:spPr/>
        <p:txBody>
          <a:bodyPr/>
          <a:lstStyle/>
          <a:p>
            <a:r>
              <a:rPr lang="en-US" altLang="ko-KR" spc="0" dirty="0">
                <a:latin typeface="+mn-ea"/>
                <a:ea typeface="+mn-ea"/>
              </a:rPr>
              <a:t>UX/UI</a:t>
            </a:r>
            <a:r>
              <a:rPr lang="ko-KR" altLang="en-US" spc="0" dirty="0">
                <a:latin typeface="+mn-ea"/>
                <a:ea typeface="+mn-ea"/>
              </a:rPr>
              <a:t>팀  </a:t>
            </a:r>
            <a:r>
              <a:rPr lang="en-US" altLang="ko-KR" spc="0" dirty="0">
                <a:latin typeface="+mn-ea"/>
                <a:ea typeface="+mn-ea"/>
              </a:rPr>
              <a:t>| 000</a:t>
            </a:r>
            <a:endParaRPr lang="ko-KR" altLang="en-US" spc="0" dirty="0">
              <a:latin typeface="+mn-ea"/>
              <a:ea typeface="+mn-ea"/>
            </a:endParaRPr>
          </a:p>
        </p:txBody>
      </p:sp>
      <p:sp>
        <p:nvSpPr>
          <p:cNvPr id="7" name="텍스트 개체 틀 6"/>
          <p:cNvSpPr>
            <a:spLocks noGrp="1"/>
          </p:cNvSpPr>
          <p:nvPr>
            <p:ph type="body" sz="half" idx="20"/>
          </p:nvPr>
        </p:nvSpPr>
        <p:spPr/>
        <p:txBody>
          <a:bodyPr/>
          <a:lstStyle/>
          <a:p>
            <a:r>
              <a:rPr lang="ko-KR" altLang="en-US" spc="0" dirty="0" err="1">
                <a:latin typeface="+mn-ea"/>
                <a:ea typeface="+mn-ea"/>
              </a:rPr>
              <a:t>화면구성안</a:t>
            </a:r>
            <a:r>
              <a:rPr lang="ko-KR" altLang="en-US" spc="0" dirty="0">
                <a:latin typeface="+mn-ea"/>
                <a:ea typeface="+mn-ea"/>
              </a:rPr>
              <a:t> </a:t>
            </a:r>
            <a:r>
              <a:rPr lang="en-US" altLang="ko-KR" spc="0" dirty="0">
                <a:latin typeface="+mn-ea"/>
                <a:ea typeface="+mn-ea"/>
              </a:rPr>
              <a:t>+ </a:t>
            </a:r>
            <a:r>
              <a:rPr lang="ko-KR" altLang="en-US" spc="0" dirty="0" err="1">
                <a:latin typeface="+mn-ea"/>
                <a:ea typeface="+mn-ea"/>
              </a:rPr>
              <a:t>배너기획서</a:t>
            </a:r>
            <a:endParaRPr lang="ko-KR" altLang="en-US" spc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23992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BFA5C-7D33-490B-A024-67A21787BE4F}" type="slidenum">
              <a:rPr lang="en-US" altLang="ko-KR" smtClean="0"/>
              <a:t>2</a:t>
            </a:fld>
            <a:endParaRPr 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문서 개정 이력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FB2467A3-4EDE-D3D1-3F27-EF10B010B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876112"/>
              </p:ext>
            </p:extLst>
          </p:nvPr>
        </p:nvGraphicFramePr>
        <p:xfrm>
          <a:off x="340468" y="1276485"/>
          <a:ext cx="11463257" cy="245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51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0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757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2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998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602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spc="-8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작성일</a:t>
                      </a:r>
                      <a:endParaRPr lang="ko-KR" altLang="ko-KR" sz="800" b="1" kern="1200" spc="-8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spc="-8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작성자</a:t>
                      </a:r>
                      <a:endParaRPr lang="ko-KR" altLang="ko-KR" sz="800" b="1" kern="1200" spc="-8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spc="-8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문서버젼</a:t>
                      </a:r>
                      <a:endParaRPr lang="ko-KR" altLang="ko-KR" sz="800" b="1" kern="1200" spc="-8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spc="-8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표기구분</a:t>
                      </a:r>
                      <a:endParaRPr lang="ko-KR" altLang="ko-KR" sz="800" b="1" kern="1200" spc="-8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sz="800" b="1" kern="1200" spc="-8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내용</a:t>
                      </a: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spc="0" dirty="0"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800" spc="0" dirty="0">
                          <a:latin typeface="+mn-ea"/>
                          <a:ea typeface="+mn-ea"/>
                        </a:rPr>
                        <a:t>오늘날짜</a:t>
                      </a:r>
                      <a:r>
                        <a:rPr lang="en-US" altLang="ko-KR" sz="800" spc="0" dirty="0"/>
                        <a:t>%</a:t>
                      </a:r>
                      <a:endParaRPr lang="ko-KR" altLang="ko-KR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b="0" kern="1200" spc="-8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000</a:t>
                      </a:r>
                      <a:endParaRPr lang="ko-KR" altLang="ko-KR" sz="800" b="0" kern="1200" spc="-8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b="0" kern="1200" spc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1.0</a:t>
                      </a:r>
                      <a:endParaRPr lang="ko-KR" altLang="ko-KR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0" kern="1200" spc="-8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초안작성</a:t>
                      </a: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800" b="0" kern="1200" spc="-8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spc="-8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800" b="0" kern="1200" spc="-8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800" b="0" kern="1200" spc="-8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800" b="0" kern="1200" spc="-8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en-US" sz="800" b="0" kern="1200" spc="-8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800" b="0" kern="1200" spc="-8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800" b="0" kern="1200" spc="-8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800" b="0" kern="1200" spc="-8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ko-KR" altLang="ko-KR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spc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n-US" altLang="ko-KR" sz="800" b="0" kern="1200" spc="-8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4000" marR="54000" marT="54000" marB="5400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178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DAB2D-F32C-DC44-D3DA-8D1023501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FBC1B81F-8D94-D549-8926-414D7C078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BFA5C-7D33-490B-A024-67A21787BE4F}" type="slidenum">
              <a:rPr lang="en-US" altLang="ko-KR" smtClean="0"/>
              <a:t>3</a:t>
            </a:fld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298F0F0-C142-80D2-50CA-ACA49A89A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업무 개요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90260C5-03B4-F006-95DD-9013B8500E37}"/>
              </a:ext>
            </a:extLst>
          </p:cNvPr>
          <p:cNvSpPr txBox="1">
            <a:spLocks/>
          </p:cNvSpPr>
          <p:nvPr/>
        </p:nvSpPr>
        <p:spPr>
          <a:xfrm>
            <a:off x="393465" y="989471"/>
            <a:ext cx="9576836" cy="459801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2000" b="1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r>
              <a:rPr lang="ko-KR" altLang="en-US" sz="1400" dirty="0">
                <a:latin typeface="+mj-ea"/>
                <a:ea typeface="+mj-ea"/>
              </a:rPr>
              <a:t>업무 목적 및 내용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C30F225B-2EBC-5470-32E8-36EF9331B73F}"/>
              </a:ext>
            </a:extLst>
          </p:cNvPr>
          <p:cNvSpPr txBox="1">
            <a:spLocks/>
          </p:cNvSpPr>
          <p:nvPr/>
        </p:nvSpPr>
        <p:spPr>
          <a:xfrm>
            <a:off x="363734" y="2035960"/>
            <a:ext cx="9576836" cy="459801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2000" b="1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r>
              <a:rPr lang="ko-KR" altLang="en-US" sz="1400" dirty="0">
                <a:latin typeface="+mj-ea"/>
                <a:ea typeface="+mj-ea"/>
              </a:rPr>
              <a:t>제작정보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FDA605D-82A3-3A20-305D-89EC48C2C0E5}"/>
              </a:ext>
            </a:extLst>
          </p:cNvPr>
          <p:cNvSpPr txBox="1">
            <a:spLocks/>
          </p:cNvSpPr>
          <p:nvPr/>
        </p:nvSpPr>
        <p:spPr>
          <a:xfrm>
            <a:off x="344820" y="4153044"/>
            <a:ext cx="9576836" cy="459801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ko-KR" altLang="en-US" sz="2000" b="1" kern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+mn-cs"/>
              </a:defRPr>
            </a:lvl1pPr>
          </a:lstStyle>
          <a:p>
            <a:r>
              <a:rPr lang="ko-KR" altLang="en-US" sz="1400">
                <a:latin typeface="+mj-ea"/>
                <a:ea typeface="+mj-ea"/>
              </a:rPr>
              <a:t>산출물 경로</a:t>
            </a:r>
            <a:endParaRPr lang="ko-KR" altLang="en-US" sz="1400" dirty="0">
              <a:latin typeface="+mj-ea"/>
              <a:ea typeface="+mj-ea"/>
            </a:endParaRPr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869A2EAB-A19A-C52B-BD32-3383A42A83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306778"/>
              </p:ext>
            </p:extLst>
          </p:nvPr>
        </p:nvGraphicFramePr>
        <p:xfrm>
          <a:off x="465839" y="4573933"/>
          <a:ext cx="11119798" cy="12123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121">
                  <a:extLst>
                    <a:ext uri="{9D8B030D-6E8A-4147-A177-3AD203B41FA5}">
                      <a16:colId xmlns:a16="http://schemas.microsoft.com/office/drawing/2014/main" val="3642310245"/>
                    </a:ext>
                  </a:extLst>
                </a:gridCol>
                <a:gridCol w="9376677">
                  <a:extLst>
                    <a:ext uri="{9D8B030D-6E8A-4147-A177-3AD203B41FA5}">
                      <a16:colId xmlns:a16="http://schemas.microsoft.com/office/drawing/2014/main" val="1344226890"/>
                    </a:ext>
                  </a:extLst>
                </a:gridCol>
              </a:tblGrid>
              <a:tr h="40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기획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공란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4%</a:t>
                      </a:r>
                      <a:endParaRPr lang="en-US" altLang="ko-KR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1016622"/>
                  </a:ext>
                </a:extLst>
              </a:tr>
              <a:tr h="40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에셋</a:t>
                      </a:r>
                      <a:endParaRPr lang="ko-KR" altLang="en-US" sz="1000" b="1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공란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5%</a:t>
                      </a:r>
                      <a:endParaRPr lang="en-US" altLang="ko-KR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38512"/>
                  </a:ext>
                </a:extLst>
              </a:tr>
              <a:tr h="40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기타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000" b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646051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E2A2372-807E-B675-8A4C-CF0676782C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155378"/>
              </p:ext>
            </p:extLst>
          </p:nvPr>
        </p:nvGraphicFramePr>
        <p:xfrm>
          <a:off x="465839" y="2434889"/>
          <a:ext cx="11119798" cy="404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121">
                  <a:extLst>
                    <a:ext uri="{9D8B030D-6E8A-4147-A177-3AD203B41FA5}">
                      <a16:colId xmlns:a16="http://schemas.microsoft.com/office/drawing/2014/main" val="731624032"/>
                    </a:ext>
                  </a:extLst>
                </a:gridCol>
                <a:gridCol w="3816779">
                  <a:extLst>
                    <a:ext uri="{9D8B030D-6E8A-4147-A177-3AD203B41FA5}">
                      <a16:colId xmlns:a16="http://schemas.microsoft.com/office/drawing/2014/main" val="1476807332"/>
                    </a:ext>
                  </a:extLst>
                </a:gridCol>
                <a:gridCol w="1733070">
                  <a:extLst>
                    <a:ext uri="{9D8B030D-6E8A-4147-A177-3AD203B41FA5}">
                      <a16:colId xmlns:a16="http://schemas.microsoft.com/office/drawing/2014/main" val="3557128264"/>
                    </a:ext>
                  </a:extLst>
                </a:gridCol>
                <a:gridCol w="3826828">
                  <a:extLst>
                    <a:ext uri="{9D8B030D-6E8A-4147-A177-3AD203B41FA5}">
                      <a16:colId xmlns:a16="http://schemas.microsoft.com/office/drawing/2014/main" val="1890799"/>
                    </a:ext>
                  </a:extLst>
                </a:gridCol>
              </a:tblGrid>
              <a:tr h="40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라이브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오픈</a:t>
                      </a:r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공란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1%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종료일시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공란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2%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744098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ACBD8FA-69F4-2F80-7CBA-03E284FC14A9}"/>
              </a:ext>
            </a:extLst>
          </p:cNvPr>
          <p:cNvSpPr txBox="1"/>
          <p:nvPr/>
        </p:nvSpPr>
        <p:spPr>
          <a:xfrm>
            <a:off x="363733" y="1351515"/>
            <a:ext cx="1122190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유저 활성화 </a:t>
            </a:r>
            <a:r>
              <a:rPr lang="en-US" altLang="ko-KR" sz="12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 </a:t>
            </a:r>
            <a:r>
              <a:rPr lang="ko-KR" altLang="en-US" sz="1200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배틀패스</a:t>
            </a:r>
            <a:endParaRPr lang="en-US" altLang="ko-KR" sz="1200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D581DE1-F80C-BC9A-635E-1033346AD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375695"/>
              </p:ext>
            </p:extLst>
          </p:nvPr>
        </p:nvGraphicFramePr>
        <p:xfrm>
          <a:off x="465838" y="3015044"/>
          <a:ext cx="11119798" cy="808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121">
                  <a:extLst>
                    <a:ext uri="{9D8B030D-6E8A-4147-A177-3AD203B41FA5}">
                      <a16:colId xmlns:a16="http://schemas.microsoft.com/office/drawing/2014/main" val="3162517873"/>
                    </a:ext>
                  </a:extLst>
                </a:gridCol>
                <a:gridCol w="3816779">
                  <a:extLst>
                    <a:ext uri="{9D8B030D-6E8A-4147-A177-3AD203B41FA5}">
                      <a16:colId xmlns:a16="http://schemas.microsoft.com/office/drawing/2014/main" val="2756742451"/>
                    </a:ext>
                  </a:extLst>
                </a:gridCol>
                <a:gridCol w="1733070">
                  <a:extLst>
                    <a:ext uri="{9D8B030D-6E8A-4147-A177-3AD203B41FA5}">
                      <a16:colId xmlns:a16="http://schemas.microsoft.com/office/drawing/2014/main" val="3047791596"/>
                    </a:ext>
                  </a:extLst>
                </a:gridCol>
                <a:gridCol w="3826828">
                  <a:extLst>
                    <a:ext uri="{9D8B030D-6E8A-4147-A177-3AD203B41FA5}">
                      <a16:colId xmlns:a16="http://schemas.microsoft.com/office/drawing/2014/main" val="1403511014"/>
                    </a:ext>
                  </a:extLst>
                </a:gridCol>
              </a:tblGrid>
              <a:tr h="40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제작방식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공지형이미지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/  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배너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작업 사이즈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780px * (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세로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377947"/>
                  </a:ext>
                </a:extLst>
              </a:tr>
              <a:tr h="40410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업무요청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%</a:t>
                      </a:r>
                      <a:r>
                        <a:rPr lang="ko-KR" altLang="en-US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공란</a:t>
                      </a:r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3%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+mn-ea"/>
                          <a:ea typeface="+mn-ea"/>
                        </a:rPr>
                        <a:t>최종 산출물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</a:rPr>
                        <a:t>jpg</a:t>
                      </a:r>
                      <a:endParaRPr lang="ko-KR" altLang="en-US" sz="1000" b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35652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573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F32231-2BC7-0037-6959-6684DCF89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8B7A6135-2731-92DE-7110-6575B34AF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8BFA5C-7D33-490B-A024-67A21787BE4F}" type="slidenum">
              <a:rPr lang="en-US" altLang="ko-KR" smtClean="0"/>
              <a:t>4</a:t>
            </a:fld>
            <a:endParaRPr lang="en-US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FC98235-8E46-B4CD-7F97-3B2E4DE94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+mn-ea"/>
                <a:ea typeface="+mn-ea"/>
              </a:rPr>
              <a:t>희망 컨셉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61707D-0941-20F0-0AD5-770BABD35BC6}"/>
              </a:ext>
            </a:extLst>
          </p:cNvPr>
          <p:cNvSpPr txBox="1"/>
          <p:nvPr/>
        </p:nvSpPr>
        <p:spPr>
          <a:xfrm>
            <a:off x="504794" y="1198252"/>
            <a:ext cx="787611" cy="2462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에셋</a:t>
            </a:r>
            <a:endParaRPr lang="ko-KR" altLang="en-US" sz="1000" b="1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708DB72-0512-F17D-7673-5D3497ECADA1}"/>
              </a:ext>
            </a:extLst>
          </p:cNvPr>
          <p:cNvSpPr/>
          <p:nvPr/>
        </p:nvSpPr>
        <p:spPr>
          <a:xfrm>
            <a:off x="1292405" y="1205267"/>
            <a:ext cx="3063732" cy="258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218">
              <a:lnSpc>
                <a:spcPct val="120000"/>
              </a:lnSpc>
              <a:defRPr/>
            </a:pPr>
            <a:r>
              <a:rPr lang="ko-KR" altLang="en-US" sz="1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공유된 </a:t>
            </a:r>
            <a:r>
              <a:rPr lang="ko-KR" altLang="en-US" sz="1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에셋에</a:t>
            </a:r>
            <a:r>
              <a:rPr lang="ko-KR" altLang="en-US" sz="1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참고하여 구성</a:t>
            </a:r>
          </a:p>
        </p:txBody>
      </p:sp>
    </p:spTree>
    <p:extLst>
      <p:ext uri="{BB962C8B-B14F-4D97-AF65-F5344CB8AC3E}">
        <p14:creationId xmlns:p14="http://schemas.microsoft.com/office/powerpoint/2010/main" val="3938606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B75BF8-047C-240E-41F7-51B87D0D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4E149E-61A0-5007-4E22-4D1D0BB97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0796" y="2859057"/>
            <a:ext cx="8758689" cy="709200"/>
          </a:xfrm>
        </p:spPr>
        <p:txBody>
          <a:bodyPr/>
          <a:lstStyle/>
          <a:p>
            <a:r>
              <a:rPr lang="ko-KR" altLang="en-US" dirty="0"/>
              <a:t>화면 구성안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CA447E-8D36-D17F-A369-34F8AE5BE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D2D009-6DA3-4584-A776-8158E673123B}" type="slidenum">
              <a:rPr lang="en-US" altLang="ko-KR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3153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배틀패스</a:t>
            </a:r>
            <a:endParaRPr lang="ko-KR" altLang="en-US" dirty="0"/>
          </a:p>
        </p:txBody>
      </p:sp>
      <p:sp>
        <p:nvSpPr>
          <p:cNvPr id="12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페이지 </a:t>
            </a:r>
            <a:r>
              <a:rPr lang="en-US" altLang="ko-KR" dirty="0"/>
              <a:t>(1/4)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공지형 이미지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DD09E18-CA5B-02E4-79FC-5C668906068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15E20469-5BE8-FF04-AB10-D57CCF0C9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032353DE-4E45-4813-90C0-CEB644B0D7AA}" type="slidenum">
              <a:rPr lang="en-US" altLang="ko-KR" smtClean="0"/>
              <a:t>6</a:t>
            </a:fld>
            <a:endParaRPr lang="en-US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4132905"/>
              </p:ext>
            </p:extLst>
          </p:nvPr>
        </p:nvGraphicFramePr>
        <p:xfrm>
          <a:off x="9163900" y="472800"/>
          <a:ext cx="302400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000">
                  <a:extLst>
                    <a:ext uri="{9D8B030D-6E8A-4147-A177-3AD203B41FA5}">
                      <a16:colId xmlns:a16="http://schemas.microsoft.com/office/drawing/2014/main" val="2064597880"/>
                    </a:ext>
                  </a:extLst>
                </a:gridCol>
              </a:tblGrid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#1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#2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#3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#4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#5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#6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#7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#8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#9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#10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기타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20" name="그룹 19">
            <a:extLst>
              <a:ext uri="{FF2B5EF4-FFF2-40B4-BE49-F238E27FC236}">
                <a16:creationId xmlns:a16="http://schemas.microsoft.com/office/drawing/2014/main" id="{653A1B25-08D8-2447-B010-474ABC41674D}"/>
              </a:ext>
            </a:extLst>
          </p:cNvPr>
          <p:cNvGrpSpPr/>
          <p:nvPr/>
        </p:nvGrpSpPr>
        <p:grpSpPr>
          <a:xfrm>
            <a:off x="1495393" y="5038050"/>
            <a:ext cx="6192000" cy="1440280"/>
            <a:chOff x="1511413" y="4924564"/>
            <a:chExt cx="5758065" cy="1768826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20FD058-84BF-E748-D0F3-5A6B18248CA3}"/>
                </a:ext>
              </a:extLst>
            </p:cNvPr>
            <p:cNvSpPr/>
            <p:nvPr/>
          </p:nvSpPr>
          <p:spPr>
            <a:xfrm>
              <a:off x="1511413" y="5371064"/>
              <a:ext cx="5758065" cy="4432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37EAD365-763D-5544-2DB7-CC3F8772502B}"/>
                </a:ext>
              </a:extLst>
            </p:cNvPr>
            <p:cNvSpPr/>
            <p:nvPr/>
          </p:nvSpPr>
          <p:spPr>
            <a:xfrm>
              <a:off x="1511413" y="4924564"/>
              <a:ext cx="5758065" cy="4432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19082E6-6A6A-8F94-77E4-D1DC2BD21ED9}"/>
                </a:ext>
              </a:extLst>
            </p:cNvPr>
            <p:cNvSpPr/>
            <p:nvPr/>
          </p:nvSpPr>
          <p:spPr>
            <a:xfrm>
              <a:off x="1511413" y="5806914"/>
              <a:ext cx="5758065" cy="44323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CF9B0E79-99B6-4FD2-80BF-C44DEA5E4651}"/>
                </a:ext>
              </a:extLst>
            </p:cNvPr>
            <p:cNvSpPr/>
            <p:nvPr/>
          </p:nvSpPr>
          <p:spPr>
            <a:xfrm>
              <a:off x="1511413" y="6250151"/>
              <a:ext cx="5758065" cy="4432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451B9DD9-C101-0186-038D-28BC2E59DF43}"/>
              </a:ext>
            </a:extLst>
          </p:cNvPr>
          <p:cNvSpPr/>
          <p:nvPr/>
        </p:nvSpPr>
        <p:spPr>
          <a:xfrm>
            <a:off x="1962298" y="2651315"/>
            <a:ext cx="5251250" cy="780302"/>
          </a:xfrm>
          <a:prstGeom prst="roundRect">
            <a:avLst>
              <a:gd name="adj" fmla="val 8377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BAABCC8-FA31-1F8C-6AB1-C3CD6C4CFA8F}"/>
              </a:ext>
            </a:extLst>
          </p:cNvPr>
          <p:cNvSpPr txBox="1"/>
          <p:nvPr/>
        </p:nvSpPr>
        <p:spPr>
          <a:xfrm>
            <a:off x="3458689" y="733198"/>
            <a:ext cx="2186292" cy="238363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 lIns="36000" rtlCol="0">
            <a:spAutoFit/>
          </a:bodyPr>
          <a:lstStyle/>
          <a:p>
            <a:pPr algn="ctr"/>
            <a:r>
              <a:rPr lang="en-US" altLang="ko-KR" sz="800" b="1" spc="-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+mn-ea"/>
              </a:rPr>
              <a:t>2025.12.17 </a:t>
            </a:r>
            <a:r>
              <a:rPr lang="ko-KR" altLang="en-US" sz="800" b="1" spc="-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+mn-ea"/>
              </a:rPr>
              <a:t>점검 후 </a:t>
            </a:r>
            <a:r>
              <a:rPr lang="en-US" altLang="ko-KR" sz="800" b="1" spc="-3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+mn-ea"/>
              </a:rPr>
              <a:t>~ 2026.2.11 AM 4:00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2B19551E-0C0D-6E24-A9B8-41FC40342BD5}"/>
              </a:ext>
            </a:extLst>
          </p:cNvPr>
          <p:cNvSpPr/>
          <p:nvPr/>
        </p:nvSpPr>
        <p:spPr>
          <a:xfrm>
            <a:off x="1495393" y="1294468"/>
            <a:ext cx="6192000" cy="558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218">
              <a:lnSpc>
                <a:spcPct val="120000"/>
              </a:lnSpc>
              <a:defRPr/>
            </a:pPr>
            <a:r>
              <a:rPr lang="ko-KR" altLang="en-US" sz="28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시계태엽</a:t>
            </a:r>
            <a:r>
              <a:rPr lang="ko-KR" altLang="en-US" sz="2800" b="1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ko-KR" altLang="en-US" sz="2800" b="1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배틀패스</a:t>
            </a:r>
            <a:endParaRPr lang="ko-KR" altLang="en-US" sz="2800" b="1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cxnSp>
        <p:nvCxnSpPr>
          <p:cNvPr id="30" name="직선 연결선 29">
            <a:extLst>
              <a:ext uri="{FF2B5EF4-FFF2-40B4-BE49-F238E27FC236}">
                <a16:creationId xmlns:a16="http://schemas.microsoft.com/office/drawing/2014/main" id="{CB35406E-EC21-0B49-9A0D-EA1BDF21ABE5}"/>
              </a:ext>
            </a:extLst>
          </p:cNvPr>
          <p:cNvCxnSpPr/>
          <p:nvPr/>
        </p:nvCxnSpPr>
        <p:spPr>
          <a:xfrm>
            <a:off x="1508093" y="2157798"/>
            <a:ext cx="61920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0C9E42D3-691F-7FC9-2A46-DFBF4D296537}"/>
              </a:ext>
            </a:extLst>
          </p:cNvPr>
          <p:cNvSpPr/>
          <p:nvPr/>
        </p:nvSpPr>
        <p:spPr>
          <a:xfrm>
            <a:off x="2121410" y="2733074"/>
            <a:ext cx="5251250" cy="594843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1. </a:t>
            </a:r>
            <a:r>
              <a:rPr lang="ko-KR" altLang="en-US" sz="800" spc="-12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배틀패스</a:t>
            </a:r>
            <a:r>
              <a:rPr lang="ko-KR" altLang="en-US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아이콘으로 </a:t>
            </a:r>
            <a:r>
              <a:rPr lang="ko-KR" altLang="en-US" sz="800" spc="-12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배틀패스</a:t>
            </a:r>
            <a:r>
              <a:rPr lang="ko-KR" altLang="en-US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창을 오픈할 수 있습니다</a:t>
            </a:r>
            <a:r>
              <a:rPr lang="en-US" altLang="ko-KR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endParaRPr lang="en-US" altLang="ko-KR" sz="200" spc="-12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2. </a:t>
            </a:r>
            <a:r>
              <a:rPr lang="ko-KR" altLang="en-US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미션 탭을 클릭하여 진행 미션과 각 미션의 획득 포인트를 확인할 수 있습니다</a:t>
            </a:r>
            <a:r>
              <a:rPr lang="en-US" altLang="ko-KR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  </a:t>
            </a:r>
            <a:r>
              <a:rPr lang="en-US" altLang="ko-KR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(</a:t>
            </a:r>
            <a:r>
              <a:rPr lang="ko-KR" altLang="en-US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미션은 일일 미션</a:t>
            </a:r>
            <a:r>
              <a:rPr lang="en-US" altLang="ko-KR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ko-KR" altLang="en-US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주간 미션</a:t>
            </a:r>
            <a:r>
              <a:rPr lang="en-US" altLang="ko-KR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/</a:t>
            </a:r>
            <a:r>
              <a:rPr lang="ko-KR" altLang="en-US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시즌 미션 으로 구분</a:t>
            </a:r>
            <a:r>
              <a:rPr lang="en-US" altLang="ko-KR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50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20000"/>
              </a:lnSpc>
            </a:pPr>
            <a:endParaRPr lang="en-US" altLang="ko-KR" sz="200" spc="-12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50000"/>
                </a:schemeClr>
              </a:solidFill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3. </a:t>
            </a:r>
            <a:r>
              <a:rPr lang="ko-KR" altLang="en-US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포인트를 획득하여 </a:t>
            </a:r>
            <a:r>
              <a:rPr lang="ko-KR" altLang="en-US" sz="800" spc="-12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배틀패스</a:t>
            </a:r>
            <a:r>
              <a:rPr lang="ko-KR" altLang="en-US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레벨을 올리면 각 레벨 단계에 맞는 보상을 획득할 수 있습니다</a:t>
            </a:r>
            <a:r>
              <a:rPr lang="en-US" altLang="ko-KR" sz="800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F834D1AC-4696-6AC0-70A7-F07302B28B0E}"/>
              </a:ext>
            </a:extLst>
          </p:cNvPr>
          <p:cNvSpPr/>
          <p:nvPr/>
        </p:nvSpPr>
        <p:spPr>
          <a:xfrm>
            <a:off x="2890564" y="2337687"/>
            <a:ext cx="33225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218">
              <a:defRPr/>
            </a:pPr>
            <a:r>
              <a:rPr lang="en-US" altLang="ko-KR" sz="1000" b="1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* </a:t>
            </a:r>
            <a:r>
              <a:rPr lang="ko-KR" altLang="en-US" sz="1000" b="1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진행방식 </a:t>
            </a:r>
            <a:r>
              <a:rPr lang="en-US" altLang="ko-KR" sz="1000" b="1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*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64B5374-E56F-6933-4EBD-4038F2FFBA46}"/>
              </a:ext>
            </a:extLst>
          </p:cNvPr>
          <p:cNvSpPr/>
          <p:nvPr/>
        </p:nvSpPr>
        <p:spPr>
          <a:xfrm>
            <a:off x="1868075" y="5122610"/>
            <a:ext cx="1252730" cy="21544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r>
              <a:rPr lang="ko-KR" altLang="en-US" sz="800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배틀패스</a:t>
            </a:r>
            <a:r>
              <a:rPr lang="ko-KR" altLang="en-US" sz="8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일반 보상</a:t>
            </a:r>
          </a:p>
        </p:txBody>
      </p:sp>
      <p:sp>
        <p:nvSpPr>
          <p:cNvPr id="34" name="모서리가 둥근 직사각형 85">
            <a:extLst>
              <a:ext uri="{FF2B5EF4-FFF2-40B4-BE49-F238E27FC236}">
                <a16:creationId xmlns:a16="http://schemas.microsoft.com/office/drawing/2014/main" id="{B1747F81-8AEC-9F6B-B842-B53EFD054906}"/>
              </a:ext>
            </a:extLst>
          </p:cNvPr>
          <p:cNvSpPr/>
          <p:nvPr/>
        </p:nvSpPr>
        <p:spPr>
          <a:xfrm rot="5400000">
            <a:off x="2927876" y="3761520"/>
            <a:ext cx="1331601" cy="1203473"/>
          </a:xfrm>
          <a:prstGeom prst="roundRect">
            <a:avLst>
              <a:gd name="adj" fmla="val 7469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D4436EF7-DA7B-1D64-1F74-3CC8650C6045}"/>
              </a:ext>
            </a:extLst>
          </p:cNvPr>
          <p:cNvSpPr/>
          <p:nvPr/>
        </p:nvSpPr>
        <p:spPr>
          <a:xfrm>
            <a:off x="3220298" y="4743547"/>
            <a:ext cx="698856" cy="2308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900" b="1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>
                    <a:lumMod val="95000"/>
                  </a:schemeClr>
                </a:solidFill>
                <a:latin typeface="+mn-ea"/>
              </a:rPr>
              <a:t>FREE</a:t>
            </a:r>
            <a:endParaRPr lang="ko-KR" altLang="en-US" sz="900" b="1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>
                  <a:lumMod val="95000"/>
                </a:schemeClr>
              </a:solidFill>
              <a:latin typeface="+mn-ea"/>
            </a:endParaRPr>
          </a:p>
        </p:txBody>
      </p:sp>
      <p:sp>
        <p:nvSpPr>
          <p:cNvPr id="38" name="모서리가 둥근 직사각형 79">
            <a:extLst>
              <a:ext uri="{FF2B5EF4-FFF2-40B4-BE49-F238E27FC236}">
                <a16:creationId xmlns:a16="http://schemas.microsoft.com/office/drawing/2014/main" id="{9E6AAE0E-5AEF-DFB2-F116-2AFEC5BE1212}"/>
              </a:ext>
            </a:extLst>
          </p:cNvPr>
          <p:cNvSpPr/>
          <p:nvPr/>
        </p:nvSpPr>
        <p:spPr>
          <a:xfrm rot="5400000">
            <a:off x="4410983" y="3762204"/>
            <a:ext cx="1334130" cy="1203473"/>
          </a:xfrm>
          <a:prstGeom prst="roundRect">
            <a:avLst>
              <a:gd name="adj" fmla="val 7469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0" name="모서리가 둥근 직사각형 74">
            <a:extLst>
              <a:ext uri="{FF2B5EF4-FFF2-40B4-BE49-F238E27FC236}">
                <a16:creationId xmlns:a16="http://schemas.microsoft.com/office/drawing/2014/main" id="{879951BD-0789-1F12-1B5A-5B0B2319D71F}"/>
              </a:ext>
            </a:extLst>
          </p:cNvPr>
          <p:cNvSpPr/>
          <p:nvPr/>
        </p:nvSpPr>
        <p:spPr>
          <a:xfrm rot="5400000">
            <a:off x="5872158" y="3761532"/>
            <a:ext cx="1331604" cy="1201195"/>
          </a:xfrm>
          <a:prstGeom prst="roundRect">
            <a:avLst>
              <a:gd name="adj" fmla="val 7469"/>
            </a:avLst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42" name="사각형: 둥근 위쪽 모서리 41">
            <a:extLst>
              <a:ext uri="{FF2B5EF4-FFF2-40B4-BE49-F238E27FC236}">
                <a16:creationId xmlns:a16="http://schemas.microsoft.com/office/drawing/2014/main" id="{8FD87AA5-7590-ADD8-B66B-8D70A752A53F}"/>
              </a:ext>
            </a:extLst>
          </p:cNvPr>
          <p:cNvSpPr/>
          <p:nvPr/>
        </p:nvSpPr>
        <p:spPr>
          <a:xfrm>
            <a:off x="5937363" y="3694705"/>
            <a:ext cx="1201196" cy="235882"/>
          </a:xfrm>
          <a:prstGeom prst="round2SameRect">
            <a:avLst>
              <a:gd name="adj1" fmla="val 36936"/>
              <a:gd name="adj2" fmla="val 0"/>
            </a:avLst>
          </a:prstGeom>
          <a:solidFill>
            <a:schemeClr val="accent4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로얄</a:t>
            </a:r>
            <a:r>
              <a:rPr lang="ko-KR" altLang="en-US" sz="1000" b="1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000" b="1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배틀패스</a:t>
            </a:r>
            <a:endParaRPr lang="ko-KR" altLang="en-US" sz="1000" b="1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55BF5FAF-DE1C-4C3B-E37C-330489AF33A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635"/>
          <a:stretch/>
        </p:blipFill>
        <p:spPr>
          <a:xfrm>
            <a:off x="2865093" y="4012266"/>
            <a:ext cx="1437643" cy="1015575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CF233F56-8773-23E9-B85D-1F355793DD2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08" b="30238"/>
          <a:stretch/>
        </p:blipFill>
        <p:spPr>
          <a:xfrm>
            <a:off x="4315949" y="3835856"/>
            <a:ext cx="1558307" cy="1268912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3C71D91B-BDE2-E54D-E8F7-FE3979D977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2630"/>
          <a:stretch/>
        </p:blipFill>
        <p:spPr>
          <a:xfrm>
            <a:off x="5735823" y="3655968"/>
            <a:ext cx="1668759" cy="1404527"/>
          </a:xfrm>
          <a:prstGeom prst="rect">
            <a:avLst/>
          </a:prstGeom>
        </p:spPr>
      </p:pic>
      <p:sp>
        <p:nvSpPr>
          <p:cNvPr id="49" name="직사각형 48">
            <a:extLst>
              <a:ext uri="{FF2B5EF4-FFF2-40B4-BE49-F238E27FC236}">
                <a16:creationId xmlns:a16="http://schemas.microsoft.com/office/drawing/2014/main" id="{4BC02608-CCD8-8DC4-D46B-CE082DC9834B}"/>
              </a:ext>
            </a:extLst>
          </p:cNvPr>
          <p:cNvSpPr/>
          <p:nvPr/>
        </p:nvSpPr>
        <p:spPr>
          <a:xfrm>
            <a:off x="1868075" y="5481314"/>
            <a:ext cx="1252730" cy="21544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r>
              <a:rPr lang="ko-KR" altLang="en-US" sz="800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배틀패스</a:t>
            </a:r>
            <a:r>
              <a:rPr lang="ko-KR" altLang="en-US" sz="8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프리미엄 보상</a:t>
            </a:r>
          </a:p>
        </p:txBody>
      </p:sp>
      <p:sp>
        <p:nvSpPr>
          <p:cNvPr id="50" name="자유형: 도형 49">
            <a:extLst>
              <a:ext uri="{FF2B5EF4-FFF2-40B4-BE49-F238E27FC236}">
                <a16:creationId xmlns:a16="http://schemas.microsoft.com/office/drawing/2014/main" id="{B05A0305-2A87-5F9C-C1D8-C983505A4DBB}"/>
              </a:ext>
            </a:extLst>
          </p:cNvPr>
          <p:cNvSpPr/>
          <p:nvPr/>
        </p:nvSpPr>
        <p:spPr>
          <a:xfrm>
            <a:off x="3525140" y="5175045"/>
            <a:ext cx="137293" cy="105927"/>
          </a:xfrm>
          <a:custGeom>
            <a:avLst/>
            <a:gdLst>
              <a:gd name="connsiteX0" fmla="*/ 44834 w 137293"/>
              <a:gd name="connsiteY0" fmla="*/ 78991 h 105927"/>
              <a:gd name="connsiteX1" fmla="*/ 13468 w 137293"/>
              <a:gd name="connsiteY1" fmla="*/ 47625 h 105927"/>
              <a:gd name="connsiteX2" fmla="*/ 0 w 137293"/>
              <a:gd name="connsiteY2" fmla="*/ 61093 h 105927"/>
              <a:gd name="connsiteX3" fmla="*/ 44834 w 137293"/>
              <a:gd name="connsiteY3" fmla="*/ 105928 h 105927"/>
              <a:gd name="connsiteX4" fmla="*/ 137293 w 137293"/>
              <a:gd name="connsiteY4" fmla="*/ 13468 h 105927"/>
              <a:gd name="connsiteX5" fmla="*/ 123825 w 137293"/>
              <a:gd name="connsiteY5" fmla="*/ 0 h 105927"/>
              <a:gd name="connsiteX6" fmla="*/ 44834 w 137293"/>
              <a:gd name="connsiteY6" fmla="*/ 78991 h 10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293" h="105927">
                <a:moveTo>
                  <a:pt x="44834" y="78991"/>
                </a:moveTo>
                <a:lnTo>
                  <a:pt x="13468" y="47625"/>
                </a:lnTo>
                <a:lnTo>
                  <a:pt x="0" y="61093"/>
                </a:lnTo>
                <a:lnTo>
                  <a:pt x="44834" y="105928"/>
                </a:lnTo>
                <a:lnTo>
                  <a:pt x="137293" y="13468"/>
                </a:lnTo>
                <a:lnTo>
                  <a:pt x="123825" y="0"/>
                </a:lnTo>
                <a:lnTo>
                  <a:pt x="44834" y="78991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51" name="자유형: 도형 50">
            <a:extLst>
              <a:ext uri="{FF2B5EF4-FFF2-40B4-BE49-F238E27FC236}">
                <a16:creationId xmlns:a16="http://schemas.microsoft.com/office/drawing/2014/main" id="{254934BB-5FB4-BE4C-E6A6-D0D0A810DCA2}"/>
              </a:ext>
            </a:extLst>
          </p:cNvPr>
          <p:cNvSpPr/>
          <p:nvPr/>
        </p:nvSpPr>
        <p:spPr>
          <a:xfrm>
            <a:off x="4999480" y="5184593"/>
            <a:ext cx="137293" cy="105927"/>
          </a:xfrm>
          <a:custGeom>
            <a:avLst/>
            <a:gdLst>
              <a:gd name="connsiteX0" fmla="*/ 44834 w 137293"/>
              <a:gd name="connsiteY0" fmla="*/ 78991 h 105927"/>
              <a:gd name="connsiteX1" fmla="*/ 13468 w 137293"/>
              <a:gd name="connsiteY1" fmla="*/ 47625 h 105927"/>
              <a:gd name="connsiteX2" fmla="*/ 0 w 137293"/>
              <a:gd name="connsiteY2" fmla="*/ 61093 h 105927"/>
              <a:gd name="connsiteX3" fmla="*/ 44834 w 137293"/>
              <a:gd name="connsiteY3" fmla="*/ 105928 h 105927"/>
              <a:gd name="connsiteX4" fmla="*/ 137293 w 137293"/>
              <a:gd name="connsiteY4" fmla="*/ 13468 h 105927"/>
              <a:gd name="connsiteX5" fmla="*/ 123825 w 137293"/>
              <a:gd name="connsiteY5" fmla="*/ 0 h 105927"/>
              <a:gd name="connsiteX6" fmla="*/ 44834 w 137293"/>
              <a:gd name="connsiteY6" fmla="*/ 78991 h 10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293" h="105927">
                <a:moveTo>
                  <a:pt x="44834" y="78991"/>
                </a:moveTo>
                <a:lnTo>
                  <a:pt x="13468" y="47625"/>
                </a:lnTo>
                <a:lnTo>
                  <a:pt x="0" y="61093"/>
                </a:lnTo>
                <a:lnTo>
                  <a:pt x="44834" y="105928"/>
                </a:lnTo>
                <a:lnTo>
                  <a:pt x="137293" y="13468"/>
                </a:lnTo>
                <a:lnTo>
                  <a:pt x="123825" y="0"/>
                </a:lnTo>
                <a:lnTo>
                  <a:pt x="44834" y="78991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52" name="자유형: 도형 51">
            <a:extLst>
              <a:ext uri="{FF2B5EF4-FFF2-40B4-BE49-F238E27FC236}">
                <a16:creationId xmlns:a16="http://schemas.microsoft.com/office/drawing/2014/main" id="{A000C1BC-D687-37BF-4B1C-3AD3EA816B5C}"/>
              </a:ext>
            </a:extLst>
          </p:cNvPr>
          <p:cNvSpPr/>
          <p:nvPr/>
        </p:nvSpPr>
        <p:spPr>
          <a:xfrm>
            <a:off x="6473820" y="5175045"/>
            <a:ext cx="137293" cy="105927"/>
          </a:xfrm>
          <a:custGeom>
            <a:avLst/>
            <a:gdLst>
              <a:gd name="connsiteX0" fmla="*/ 44834 w 137293"/>
              <a:gd name="connsiteY0" fmla="*/ 78991 h 105927"/>
              <a:gd name="connsiteX1" fmla="*/ 13468 w 137293"/>
              <a:gd name="connsiteY1" fmla="*/ 47625 h 105927"/>
              <a:gd name="connsiteX2" fmla="*/ 0 w 137293"/>
              <a:gd name="connsiteY2" fmla="*/ 61093 h 105927"/>
              <a:gd name="connsiteX3" fmla="*/ 44834 w 137293"/>
              <a:gd name="connsiteY3" fmla="*/ 105928 h 105927"/>
              <a:gd name="connsiteX4" fmla="*/ 137293 w 137293"/>
              <a:gd name="connsiteY4" fmla="*/ 13468 h 105927"/>
              <a:gd name="connsiteX5" fmla="*/ 123825 w 137293"/>
              <a:gd name="connsiteY5" fmla="*/ 0 h 105927"/>
              <a:gd name="connsiteX6" fmla="*/ 44834 w 137293"/>
              <a:gd name="connsiteY6" fmla="*/ 78991 h 10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293" h="105927">
                <a:moveTo>
                  <a:pt x="44834" y="78991"/>
                </a:moveTo>
                <a:lnTo>
                  <a:pt x="13468" y="47625"/>
                </a:lnTo>
                <a:lnTo>
                  <a:pt x="0" y="61093"/>
                </a:lnTo>
                <a:lnTo>
                  <a:pt x="44834" y="105928"/>
                </a:lnTo>
                <a:lnTo>
                  <a:pt x="137293" y="13468"/>
                </a:lnTo>
                <a:lnTo>
                  <a:pt x="123825" y="0"/>
                </a:lnTo>
                <a:lnTo>
                  <a:pt x="44834" y="78991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53" name="자유형: 도형 52">
            <a:extLst>
              <a:ext uri="{FF2B5EF4-FFF2-40B4-BE49-F238E27FC236}">
                <a16:creationId xmlns:a16="http://schemas.microsoft.com/office/drawing/2014/main" id="{F10FA8FC-55D7-F326-95A1-8B68531A6502}"/>
              </a:ext>
            </a:extLst>
          </p:cNvPr>
          <p:cNvSpPr/>
          <p:nvPr/>
        </p:nvSpPr>
        <p:spPr>
          <a:xfrm>
            <a:off x="4999480" y="5521601"/>
            <a:ext cx="137293" cy="105927"/>
          </a:xfrm>
          <a:custGeom>
            <a:avLst/>
            <a:gdLst>
              <a:gd name="connsiteX0" fmla="*/ 44834 w 137293"/>
              <a:gd name="connsiteY0" fmla="*/ 78991 h 105927"/>
              <a:gd name="connsiteX1" fmla="*/ 13468 w 137293"/>
              <a:gd name="connsiteY1" fmla="*/ 47625 h 105927"/>
              <a:gd name="connsiteX2" fmla="*/ 0 w 137293"/>
              <a:gd name="connsiteY2" fmla="*/ 61093 h 105927"/>
              <a:gd name="connsiteX3" fmla="*/ 44834 w 137293"/>
              <a:gd name="connsiteY3" fmla="*/ 105928 h 105927"/>
              <a:gd name="connsiteX4" fmla="*/ 137293 w 137293"/>
              <a:gd name="connsiteY4" fmla="*/ 13468 h 105927"/>
              <a:gd name="connsiteX5" fmla="*/ 123825 w 137293"/>
              <a:gd name="connsiteY5" fmla="*/ 0 h 105927"/>
              <a:gd name="connsiteX6" fmla="*/ 44834 w 137293"/>
              <a:gd name="connsiteY6" fmla="*/ 78991 h 10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293" h="105927">
                <a:moveTo>
                  <a:pt x="44834" y="78991"/>
                </a:moveTo>
                <a:lnTo>
                  <a:pt x="13468" y="47625"/>
                </a:lnTo>
                <a:lnTo>
                  <a:pt x="0" y="61093"/>
                </a:lnTo>
                <a:lnTo>
                  <a:pt x="44834" y="105928"/>
                </a:lnTo>
                <a:lnTo>
                  <a:pt x="137293" y="13468"/>
                </a:lnTo>
                <a:lnTo>
                  <a:pt x="123825" y="0"/>
                </a:lnTo>
                <a:lnTo>
                  <a:pt x="44834" y="78991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54" name="자유형: 도형 53">
            <a:extLst>
              <a:ext uri="{FF2B5EF4-FFF2-40B4-BE49-F238E27FC236}">
                <a16:creationId xmlns:a16="http://schemas.microsoft.com/office/drawing/2014/main" id="{7253E374-7B0F-FE4E-CF66-3070C0CE404F}"/>
              </a:ext>
            </a:extLst>
          </p:cNvPr>
          <p:cNvSpPr/>
          <p:nvPr/>
        </p:nvSpPr>
        <p:spPr>
          <a:xfrm>
            <a:off x="6473820" y="5512053"/>
            <a:ext cx="137293" cy="105927"/>
          </a:xfrm>
          <a:custGeom>
            <a:avLst/>
            <a:gdLst>
              <a:gd name="connsiteX0" fmla="*/ 44834 w 137293"/>
              <a:gd name="connsiteY0" fmla="*/ 78991 h 105927"/>
              <a:gd name="connsiteX1" fmla="*/ 13468 w 137293"/>
              <a:gd name="connsiteY1" fmla="*/ 47625 h 105927"/>
              <a:gd name="connsiteX2" fmla="*/ 0 w 137293"/>
              <a:gd name="connsiteY2" fmla="*/ 61093 h 105927"/>
              <a:gd name="connsiteX3" fmla="*/ 44834 w 137293"/>
              <a:gd name="connsiteY3" fmla="*/ 105928 h 105927"/>
              <a:gd name="connsiteX4" fmla="*/ 137293 w 137293"/>
              <a:gd name="connsiteY4" fmla="*/ 13468 h 105927"/>
              <a:gd name="connsiteX5" fmla="*/ 123825 w 137293"/>
              <a:gd name="connsiteY5" fmla="*/ 0 h 105927"/>
              <a:gd name="connsiteX6" fmla="*/ 44834 w 137293"/>
              <a:gd name="connsiteY6" fmla="*/ 78991 h 10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293" h="105927">
                <a:moveTo>
                  <a:pt x="44834" y="78991"/>
                </a:moveTo>
                <a:lnTo>
                  <a:pt x="13468" y="47625"/>
                </a:lnTo>
                <a:lnTo>
                  <a:pt x="0" y="61093"/>
                </a:lnTo>
                <a:lnTo>
                  <a:pt x="44834" y="105928"/>
                </a:lnTo>
                <a:lnTo>
                  <a:pt x="137293" y="13468"/>
                </a:lnTo>
                <a:lnTo>
                  <a:pt x="123825" y="0"/>
                </a:lnTo>
                <a:lnTo>
                  <a:pt x="44834" y="78991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C08EDFE9-FA9D-49A6-E595-DC6464F6374B}"/>
              </a:ext>
            </a:extLst>
          </p:cNvPr>
          <p:cNvSpPr/>
          <p:nvPr/>
        </p:nvSpPr>
        <p:spPr>
          <a:xfrm>
            <a:off x="1868075" y="5834527"/>
            <a:ext cx="1252730" cy="21544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r>
              <a:rPr lang="ko-KR" altLang="en-US" sz="800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배틀패스</a:t>
            </a:r>
            <a:r>
              <a:rPr lang="ko-KR" altLang="en-US" sz="8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레벨 </a:t>
            </a:r>
            <a:r>
              <a:rPr lang="en-US" altLang="ko-KR" sz="8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+ 20</a:t>
            </a:r>
            <a:endParaRPr lang="ko-KR" altLang="en-US" sz="800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95000"/>
                  <a:lumOff val="5000"/>
                </a:schemeClr>
              </a:solidFill>
              <a:latin typeface="+mn-ea"/>
            </a:endParaRPr>
          </a:p>
        </p:txBody>
      </p:sp>
      <p:sp>
        <p:nvSpPr>
          <p:cNvPr id="56" name="자유형: 도형 55">
            <a:extLst>
              <a:ext uri="{FF2B5EF4-FFF2-40B4-BE49-F238E27FC236}">
                <a16:creationId xmlns:a16="http://schemas.microsoft.com/office/drawing/2014/main" id="{FF8BFA71-98F4-6C5A-8C11-41FF0B5B4F5A}"/>
              </a:ext>
            </a:extLst>
          </p:cNvPr>
          <p:cNvSpPr/>
          <p:nvPr/>
        </p:nvSpPr>
        <p:spPr>
          <a:xfrm>
            <a:off x="6473820" y="5866978"/>
            <a:ext cx="137293" cy="105927"/>
          </a:xfrm>
          <a:custGeom>
            <a:avLst/>
            <a:gdLst>
              <a:gd name="connsiteX0" fmla="*/ 44834 w 137293"/>
              <a:gd name="connsiteY0" fmla="*/ 78991 h 105927"/>
              <a:gd name="connsiteX1" fmla="*/ 13468 w 137293"/>
              <a:gd name="connsiteY1" fmla="*/ 47625 h 105927"/>
              <a:gd name="connsiteX2" fmla="*/ 0 w 137293"/>
              <a:gd name="connsiteY2" fmla="*/ 61093 h 105927"/>
              <a:gd name="connsiteX3" fmla="*/ 44834 w 137293"/>
              <a:gd name="connsiteY3" fmla="*/ 105928 h 105927"/>
              <a:gd name="connsiteX4" fmla="*/ 137293 w 137293"/>
              <a:gd name="connsiteY4" fmla="*/ 13468 h 105927"/>
              <a:gd name="connsiteX5" fmla="*/ 123825 w 137293"/>
              <a:gd name="connsiteY5" fmla="*/ 0 h 105927"/>
              <a:gd name="connsiteX6" fmla="*/ 44834 w 137293"/>
              <a:gd name="connsiteY6" fmla="*/ 78991 h 10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293" h="105927">
                <a:moveTo>
                  <a:pt x="44834" y="78991"/>
                </a:moveTo>
                <a:lnTo>
                  <a:pt x="13468" y="47625"/>
                </a:lnTo>
                <a:lnTo>
                  <a:pt x="0" y="61093"/>
                </a:lnTo>
                <a:lnTo>
                  <a:pt x="44834" y="105928"/>
                </a:lnTo>
                <a:lnTo>
                  <a:pt x="137293" y="13468"/>
                </a:lnTo>
                <a:lnTo>
                  <a:pt x="123825" y="0"/>
                </a:lnTo>
                <a:lnTo>
                  <a:pt x="44834" y="78991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C0AA8A9-B9FE-4AA6-D2C5-5ECF8E29CD1F}"/>
              </a:ext>
            </a:extLst>
          </p:cNvPr>
          <p:cNvSpPr/>
          <p:nvPr/>
        </p:nvSpPr>
        <p:spPr>
          <a:xfrm>
            <a:off x="1868075" y="6195173"/>
            <a:ext cx="1252730" cy="21544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r>
              <a:rPr lang="ko-KR" altLang="en-US" sz="800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로얄</a:t>
            </a:r>
            <a:r>
              <a:rPr lang="ko-KR" altLang="en-US" sz="8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 특별 보상</a:t>
            </a:r>
          </a:p>
        </p:txBody>
      </p:sp>
      <p:sp>
        <p:nvSpPr>
          <p:cNvPr id="58" name="자유형: 도형 57">
            <a:extLst>
              <a:ext uri="{FF2B5EF4-FFF2-40B4-BE49-F238E27FC236}">
                <a16:creationId xmlns:a16="http://schemas.microsoft.com/office/drawing/2014/main" id="{F3F940ED-B1E8-9E0D-88C9-FF7E100D0001}"/>
              </a:ext>
            </a:extLst>
          </p:cNvPr>
          <p:cNvSpPr/>
          <p:nvPr/>
        </p:nvSpPr>
        <p:spPr>
          <a:xfrm>
            <a:off x="6473820" y="6251221"/>
            <a:ext cx="137293" cy="105927"/>
          </a:xfrm>
          <a:custGeom>
            <a:avLst/>
            <a:gdLst>
              <a:gd name="connsiteX0" fmla="*/ 44834 w 137293"/>
              <a:gd name="connsiteY0" fmla="*/ 78991 h 105927"/>
              <a:gd name="connsiteX1" fmla="*/ 13468 w 137293"/>
              <a:gd name="connsiteY1" fmla="*/ 47625 h 105927"/>
              <a:gd name="connsiteX2" fmla="*/ 0 w 137293"/>
              <a:gd name="connsiteY2" fmla="*/ 61093 h 105927"/>
              <a:gd name="connsiteX3" fmla="*/ 44834 w 137293"/>
              <a:gd name="connsiteY3" fmla="*/ 105928 h 105927"/>
              <a:gd name="connsiteX4" fmla="*/ 137293 w 137293"/>
              <a:gd name="connsiteY4" fmla="*/ 13468 h 105927"/>
              <a:gd name="connsiteX5" fmla="*/ 123825 w 137293"/>
              <a:gd name="connsiteY5" fmla="*/ 0 h 105927"/>
              <a:gd name="connsiteX6" fmla="*/ 44834 w 137293"/>
              <a:gd name="connsiteY6" fmla="*/ 78991 h 105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7293" h="105927">
                <a:moveTo>
                  <a:pt x="44834" y="78991"/>
                </a:moveTo>
                <a:lnTo>
                  <a:pt x="13468" y="47625"/>
                </a:lnTo>
                <a:lnTo>
                  <a:pt x="0" y="61093"/>
                </a:lnTo>
                <a:lnTo>
                  <a:pt x="44834" y="105928"/>
                </a:lnTo>
                <a:lnTo>
                  <a:pt x="137293" y="13468"/>
                </a:lnTo>
                <a:lnTo>
                  <a:pt x="123825" y="0"/>
                </a:lnTo>
                <a:lnTo>
                  <a:pt x="44834" y="78991"/>
                </a:lnTo>
                <a:close/>
              </a:path>
            </a:pathLst>
          </a:cu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>
              <a:latin typeface="+mn-ea"/>
            </a:endParaRPr>
          </a:p>
        </p:txBody>
      </p:sp>
      <p:sp>
        <p:nvSpPr>
          <p:cNvPr id="59" name="사각형: 둥근 위쪽 모서리 58">
            <a:extLst>
              <a:ext uri="{FF2B5EF4-FFF2-40B4-BE49-F238E27FC236}">
                <a16:creationId xmlns:a16="http://schemas.microsoft.com/office/drawing/2014/main" id="{47EBBC04-080C-A5D1-4F41-1661903C0926}"/>
              </a:ext>
            </a:extLst>
          </p:cNvPr>
          <p:cNvSpPr/>
          <p:nvPr/>
        </p:nvSpPr>
        <p:spPr>
          <a:xfrm>
            <a:off x="4474255" y="3694705"/>
            <a:ext cx="1201196" cy="235882"/>
          </a:xfrm>
          <a:prstGeom prst="round2SameRect">
            <a:avLst>
              <a:gd name="adj1" fmla="val 36936"/>
              <a:gd name="adj2" fmla="val 0"/>
            </a:avLst>
          </a:prstGeom>
          <a:solidFill>
            <a:srgbClr val="7030A0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프리미엄 </a:t>
            </a:r>
            <a:r>
              <a:rPr lang="ko-KR" altLang="en-US" sz="1000" b="1" spc="-12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배틀패스</a:t>
            </a:r>
            <a:endParaRPr lang="ko-KR" altLang="en-US" sz="1000" b="1" spc="-12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60" name="사각형: 둥근 위쪽 모서리 59">
            <a:extLst>
              <a:ext uri="{FF2B5EF4-FFF2-40B4-BE49-F238E27FC236}">
                <a16:creationId xmlns:a16="http://schemas.microsoft.com/office/drawing/2014/main" id="{0C1B0840-534E-6C80-C64C-343AC513E178}"/>
              </a:ext>
            </a:extLst>
          </p:cNvPr>
          <p:cNvSpPr/>
          <p:nvPr/>
        </p:nvSpPr>
        <p:spPr>
          <a:xfrm>
            <a:off x="2992542" y="3694705"/>
            <a:ext cx="1201196" cy="235882"/>
          </a:xfrm>
          <a:prstGeom prst="round2SameRect">
            <a:avLst>
              <a:gd name="adj1" fmla="val 36936"/>
              <a:gd name="adj2" fmla="val 0"/>
            </a:avLst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일반 </a:t>
            </a:r>
            <a:r>
              <a:rPr lang="ko-KR" altLang="en-US" sz="1000" b="1" spc="-12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배틀패스</a:t>
            </a:r>
            <a:endParaRPr lang="ko-KR" altLang="en-US" sz="1000" b="1" spc="-12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51E75132-1AF1-5D93-B281-FA645E42ED04}"/>
              </a:ext>
            </a:extLst>
          </p:cNvPr>
          <p:cNvSpPr/>
          <p:nvPr/>
        </p:nvSpPr>
        <p:spPr>
          <a:xfrm>
            <a:off x="4732090" y="4755731"/>
            <a:ext cx="698856" cy="2308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900" b="1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+mn-ea"/>
              </a:rPr>
              <a:t>24,900 cash</a:t>
            </a:r>
            <a:endParaRPr lang="ko-KR" altLang="en-US" sz="900" b="1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25C76857-BB4D-C720-B529-8B60FF174D52}"/>
              </a:ext>
            </a:extLst>
          </p:cNvPr>
          <p:cNvSpPr/>
          <p:nvPr/>
        </p:nvSpPr>
        <p:spPr>
          <a:xfrm>
            <a:off x="6195972" y="4759195"/>
            <a:ext cx="697533" cy="230832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altLang="ko-KR" sz="900" b="1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+mn-ea"/>
              </a:rPr>
              <a:t>29,900 cash</a:t>
            </a:r>
            <a:endParaRPr lang="ko-KR" altLang="en-US" sz="900" b="1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accent4"/>
              </a:solidFill>
              <a:latin typeface="+mn-ea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475C6552-C8FA-C7F3-D15C-666972125A24}"/>
              </a:ext>
            </a:extLst>
          </p:cNvPr>
          <p:cNvSpPr/>
          <p:nvPr/>
        </p:nvSpPr>
        <p:spPr>
          <a:xfrm>
            <a:off x="1495393" y="1043561"/>
            <a:ext cx="6192000" cy="3254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218">
              <a:lnSpc>
                <a:spcPct val="120000"/>
              </a:lnSpc>
              <a:defRPr/>
            </a:pPr>
            <a:r>
              <a:rPr lang="ko-KR" altLang="en-US" sz="14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멈춰버린 시간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E2DD531-1A11-11A7-5D8B-022EBB308124}"/>
              </a:ext>
            </a:extLst>
          </p:cNvPr>
          <p:cNvSpPr/>
          <p:nvPr/>
        </p:nvSpPr>
        <p:spPr>
          <a:xfrm>
            <a:off x="0" y="6714000"/>
            <a:ext cx="9168588" cy="144000"/>
          </a:xfrm>
          <a:prstGeom prst="rect">
            <a:avLst/>
          </a:prstGeom>
          <a:solidFill>
            <a:srgbClr val="000000">
              <a:alpha val="1490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5" name="그래픽 141" descr="이더넷 윤곽선">
            <a:extLst>
              <a:ext uri="{FF2B5EF4-FFF2-40B4-BE49-F238E27FC236}">
                <a16:creationId xmlns:a16="http://schemas.microsoft.com/office/drawing/2014/main" id="{C5AF06D4-9FBC-A6AA-FF88-3F533DE71900}"/>
              </a:ext>
            </a:extLst>
          </p:cNvPr>
          <p:cNvGrpSpPr/>
          <p:nvPr/>
        </p:nvGrpSpPr>
        <p:grpSpPr>
          <a:xfrm>
            <a:off x="4409324" y="6747339"/>
            <a:ext cx="361950" cy="57150"/>
            <a:chOff x="8203870" y="5723727"/>
            <a:chExt cx="361950" cy="57150"/>
          </a:xfrm>
          <a:solidFill>
            <a:schemeClr val="bg1"/>
          </a:solidFill>
        </p:grpSpPr>
        <p:sp>
          <p:nvSpPr>
            <p:cNvPr id="66" name="자유형: 도형 65">
              <a:extLst>
                <a:ext uri="{FF2B5EF4-FFF2-40B4-BE49-F238E27FC236}">
                  <a16:creationId xmlns:a16="http://schemas.microsoft.com/office/drawing/2014/main" id="{2520AD89-957C-16BD-7470-20C1646AF3C7}"/>
                </a:ext>
              </a:extLst>
            </p:cNvPr>
            <p:cNvSpPr/>
            <p:nvPr/>
          </p:nvSpPr>
          <p:spPr>
            <a:xfrm>
              <a:off x="8508670" y="5723727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7" name="자유형: 도형 66">
              <a:extLst>
                <a:ext uri="{FF2B5EF4-FFF2-40B4-BE49-F238E27FC236}">
                  <a16:creationId xmlns:a16="http://schemas.microsoft.com/office/drawing/2014/main" id="{DC69E080-53A9-D49B-66D5-5F7BE348E67A}"/>
                </a:ext>
              </a:extLst>
            </p:cNvPr>
            <p:cNvSpPr/>
            <p:nvPr/>
          </p:nvSpPr>
          <p:spPr>
            <a:xfrm>
              <a:off x="8356270" y="5723727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68" name="자유형: 도형 67">
              <a:extLst>
                <a:ext uri="{FF2B5EF4-FFF2-40B4-BE49-F238E27FC236}">
                  <a16:creationId xmlns:a16="http://schemas.microsoft.com/office/drawing/2014/main" id="{3E227A70-ED50-6392-7FE5-20B466D89ED4}"/>
                </a:ext>
              </a:extLst>
            </p:cNvPr>
            <p:cNvSpPr/>
            <p:nvPr/>
          </p:nvSpPr>
          <p:spPr>
            <a:xfrm>
              <a:off x="8203870" y="5723727"/>
              <a:ext cx="57150" cy="57150"/>
            </a:xfrm>
            <a:custGeom>
              <a:avLst/>
              <a:gdLst>
                <a:gd name="connsiteX0" fmla="*/ 57150 w 57150"/>
                <a:gd name="connsiteY0" fmla="*/ 28575 h 57150"/>
                <a:gd name="connsiteX1" fmla="*/ 28575 w 57150"/>
                <a:gd name="connsiteY1" fmla="*/ 57150 h 57150"/>
                <a:gd name="connsiteX2" fmla="*/ 0 w 57150"/>
                <a:gd name="connsiteY2" fmla="*/ 28575 h 57150"/>
                <a:gd name="connsiteX3" fmla="*/ 28575 w 57150"/>
                <a:gd name="connsiteY3" fmla="*/ 0 h 57150"/>
                <a:gd name="connsiteX4" fmla="*/ 57150 w 57150"/>
                <a:gd name="connsiteY4" fmla="*/ 28575 h 57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44357"/>
                    <a:pt x="44357" y="57150"/>
                    <a:pt x="28575" y="57150"/>
                  </a:cubicBezTo>
                  <a:cubicBezTo>
                    <a:pt x="12793" y="57150"/>
                    <a:pt x="0" y="44357"/>
                    <a:pt x="0" y="28575"/>
                  </a:cubicBezTo>
                  <a:cubicBezTo>
                    <a:pt x="0" y="12793"/>
                    <a:pt x="12793" y="0"/>
                    <a:pt x="28575" y="0"/>
                  </a:cubicBezTo>
                  <a:cubicBezTo>
                    <a:pt x="44357" y="0"/>
                    <a:pt x="57150" y="12793"/>
                    <a:pt x="57150" y="2857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sp>
        <p:nvSpPr>
          <p:cNvPr id="2" name="TextBox 44">
            <a:extLst>
              <a:ext uri="{FF2B5EF4-FFF2-40B4-BE49-F238E27FC236}">
                <a16:creationId xmlns:a16="http://schemas.microsoft.com/office/drawing/2014/main" id="{C7028305-C1F0-C0E1-9621-CD8359AE4093}"/>
              </a:ext>
            </a:extLst>
          </p:cNvPr>
          <p:cNvSpPr txBox="1"/>
          <p:nvPr/>
        </p:nvSpPr>
        <p:spPr>
          <a:xfrm>
            <a:off x="9168588" y="5849317"/>
            <a:ext cx="301931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defRPr/>
            </a:pPr>
            <a:r>
              <a:rPr lang="ko-KR" altLang="en-US" sz="900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배틀패스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아이콘 경로</a:t>
            </a:r>
            <a:endParaRPr lang="en-US" altLang="ko-KR" sz="900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fontAlgn="ctr">
              <a:defRPr/>
            </a:pP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\\uxui-share.actoz.com\TPShare\[O]</a:t>
            </a:r>
            <a:r>
              <a:rPr lang="ko-KR" altLang="en-US" sz="900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라테일</a:t>
            </a: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\★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상시운영</a:t>
            </a: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\00.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이미지소스</a:t>
            </a: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\11_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기타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8F85988-8C9D-8562-8AA7-AA3C94E03154}"/>
              </a:ext>
            </a:extLst>
          </p:cNvPr>
          <p:cNvSpPr/>
          <p:nvPr/>
        </p:nvSpPr>
        <p:spPr>
          <a:xfrm>
            <a:off x="2865094" y="1051560"/>
            <a:ext cx="3338464" cy="85867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4E636E5-7E95-4D3A-7183-300A60E29576}"/>
              </a:ext>
            </a:extLst>
          </p:cNvPr>
          <p:cNvSpPr/>
          <p:nvPr/>
        </p:nvSpPr>
        <p:spPr>
          <a:xfrm>
            <a:off x="2842962" y="606891"/>
            <a:ext cx="3338464" cy="38696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484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4FB25A-AA5C-9B92-1EC4-A8090414A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7F37534-C3AB-9E2C-F15A-E39F155D6DA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배틀패스</a:t>
            </a:r>
            <a:endParaRPr lang="ko-KR" altLang="en-US" dirty="0"/>
          </a:p>
        </p:txBody>
      </p:sp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7609262F-2B44-BE26-89AE-B8A1892470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페이지 </a:t>
            </a:r>
            <a:r>
              <a:rPr lang="en-US" altLang="ko-KR" dirty="0"/>
              <a:t>(2/4)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E54253-89D4-76E1-3740-4D4A3708DD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공지형 이미지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B8A30484-CCA3-585C-5995-846174D6858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BBC725F3-22DF-2046-7973-D78BE609AE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032353DE-4E45-4813-90C0-CEB644B0D7AA}" type="slidenum">
              <a:rPr lang="en-US" altLang="ko-KR" smtClean="0"/>
              <a:t>7</a:t>
            </a:fld>
            <a:endParaRPr 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7E9E4E28-7E3F-996F-3652-C8F124B519CF}"/>
              </a:ext>
            </a:extLst>
          </p:cNvPr>
          <p:cNvGraphicFramePr>
            <a:graphicFrameLocks noGrp="1"/>
          </p:cNvGraphicFramePr>
          <p:nvPr/>
        </p:nvGraphicFramePr>
        <p:xfrm>
          <a:off x="9163900" y="472800"/>
          <a:ext cx="302400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000">
                  <a:extLst>
                    <a:ext uri="{9D8B030D-6E8A-4147-A177-3AD203B41FA5}">
                      <a16:colId xmlns:a16="http://schemas.microsoft.com/office/drawing/2014/main" val="2064597880"/>
                    </a:ext>
                  </a:extLst>
                </a:gridCol>
              </a:tblGrid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#1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#2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#3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#4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#5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#6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#7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#8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#9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#10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기타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3697D7A5-7C78-E7EE-CC1A-46078EE330CC}"/>
              </a:ext>
            </a:extLst>
          </p:cNvPr>
          <p:cNvGrpSpPr/>
          <p:nvPr/>
        </p:nvGrpSpPr>
        <p:grpSpPr>
          <a:xfrm>
            <a:off x="0" y="6714000"/>
            <a:ext cx="9168588" cy="144000"/>
            <a:chOff x="0" y="6714000"/>
            <a:chExt cx="9168588" cy="144000"/>
          </a:xfrm>
        </p:grpSpPr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CD8AFFC3-0237-6613-431C-702D2E126C43}"/>
                </a:ext>
              </a:extLst>
            </p:cNvPr>
            <p:cNvSpPr/>
            <p:nvPr/>
          </p:nvSpPr>
          <p:spPr>
            <a:xfrm>
              <a:off x="0" y="6714000"/>
              <a:ext cx="9168588" cy="144000"/>
            </a:xfrm>
            <a:prstGeom prst="rect">
              <a:avLst/>
            </a:prstGeom>
            <a:solidFill>
              <a:srgbClr val="0000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65" name="그래픽 141" descr="이더넷 윤곽선">
              <a:extLst>
                <a:ext uri="{FF2B5EF4-FFF2-40B4-BE49-F238E27FC236}">
                  <a16:creationId xmlns:a16="http://schemas.microsoft.com/office/drawing/2014/main" id="{521C9374-2B56-AF26-B7B8-59C8762BCC1D}"/>
                </a:ext>
              </a:extLst>
            </p:cNvPr>
            <p:cNvGrpSpPr/>
            <p:nvPr/>
          </p:nvGrpSpPr>
          <p:grpSpPr>
            <a:xfrm>
              <a:off x="4409324" y="6747339"/>
              <a:ext cx="361950" cy="57150"/>
              <a:chOff x="8203870" y="5723727"/>
              <a:chExt cx="361950" cy="57150"/>
            </a:xfrm>
            <a:solidFill>
              <a:schemeClr val="bg1"/>
            </a:solidFill>
          </p:grpSpPr>
          <p:sp>
            <p:nvSpPr>
              <p:cNvPr id="66" name="자유형: 도형 65">
                <a:extLst>
                  <a:ext uri="{FF2B5EF4-FFF2-40B4-BE49-F238E27FC236}">
                    <a16:creationId xmlns:a16="http://schemas.microsoft.com/office/drawing/2014/main" id="{3B292BAA-03FA-EFC0-FC7B-6BC901C404D7}"/>
                  </a:ext>
                </a:extLst>
              </p:cNvPr>
              <p:cNvSpPr/>
              <p:nvPr/>
            </p:nvSpPr>
            <p:spPr>
              <a:xfrm>
                <a:off x="8508670" y="5723727"/>
                <a:ext cx="57150" cy="57150"/>
              </a:xfrm>
              <a:custGeom>
                <a:avLst/>
                <a:gdLst>
                  <a:gd name="connsiteX0" fmla="*/ 57150 w 57150"/>
                  <a:gd name="connsiteY0" fmla="*/ 28575 h 57150"/>
                  <a:gd name="connsiteX1" fmla="*/ 28575 w 57150"/>
                  <a:gd name="connsiteY1" fmla="*/ 57150 h 57150"/>
                  <a:gd name="connsiteX2" fmla="*/ 0 w 57150"/>
                  <a:gd name="connsiteY2" fmla="*/ 28575 h 57150"/>
                  <a:gd name="connsiteX3" fmla="*/ 28575 w 57150"/>
                  <a:gd name="connsiteY3" fmla="*/ 0 h 57150"/>
                  <a:gd name="connsiteX4" fmla="*/ 57150 w 57150"/>
                  <a:gd name="connsiteY4" fmla="*/ 28575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7" name="자유형: 도형 66">
                <a:extLst>
                  <a:ext uri="{FF2B5EF4-FFF2-40B4-BE49-F238E27FC236}">
                    <a16:creationId xmlns:a16="http://schemas.microsoft.com/office/drawing/2014/main" id="{9628BF50-02A7-B96D-CB55-0CFA82324751}"/>
                  </a:ext>
                </a:extLst>
              </p:cNvPr>
              <p:cNvSpPr/>
              <p:nvPr/>
            </p:nvSpPr>
            <p:spPr>
              <a:xfrm>
                <a:off x="8356270" y="5723727"/>
                <a:ext cx="57150" cy="57150"/>
              </a:xfrm>
              <a:custGeom>
                <a:avLst/>
                <a:gdLst>
                  <a:gd name="connsiteX0" fmla="*/ 57150 w 57150"/>
                  <a:gd name="connsiteY0" fmla="*/ 28575 h 57150"/>
                  <a:gd name="connsiteX1" fmla="*/ 28575 w 57150"/>
                  <a:gd name="connsiteY1" fmla="*/ 57150 h 57150"/>
                  <a:gd name="connsiteX2" fmla="*/ 0 w 57150"/>
                  <a:gd name="connsiteY2" fmla="*/ 28575 h 57150"/>
                  <a:gd name="connsiteX3" fmla="*/ 28575 w 57150"/>
                  <a:gd name="connsiteY3" fmla="*/ 0 h 57150"/>
                  <a:gd name="connsiteX4" fmla="*/ 57150 w 57150"/>
                  <a:gd name="connsiteY4" fmla="*/ 28575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68" name="자유형: 도형 67">
                <a:extLst>
                  <a:ext uri="{FF2B5EF4-FFF2-40B4-BE49-F238E27FC236}">
                    <a16:creationId xmlns:a16="http://schemas.microsoft.com/office/drawing/2014/main" id="{5ABD80FF-075E-5F31-955D-58A433FADECF}"/>
                  </a:ext>
                </a:extLst>
              </p:cNvPr>
              <p:cNvSpPr/>
              <p:nvPr/>
            </p:nvSpPr>
            <p:spPr>
              <a:xfrm>
                <a:off x="8203870" y="5723727"/>
                <a:ext cx="57150" cy="57150"/>
              </a:xfrm>
              <a:custGeom>
                <a:avLst/>
                <a:gdLst>
                  <a:gd name="connsiteX0" fmla="*/ 57150 w 57150"/>
                  <a:gd name="connsiteY0" fmla="*/ 28575 h 57150"/>
                  <a:gd name="connsiteX1" fmla="*/ 28575 w 57150"/>
                  <a:gd name="connsiteY1" fmla="*/ 57150 h 57150"/>
                  <a:gd name="connsiteX2" fmla="*/ 0 w 57150"/>
                  <a:gd name="connsiteY2" fmla="*/ 28575 h 57150"/>
                  <a:gd name="connsiteX3" fmla="*/ 28575 w 57150"/>
                  <a:gd name="connsiteY3" fmla="*/ 0 h 57150"/>
                  <a:gd name="connsiteX4" fmla="*/ 57150 w 57150"/>
                  <a:gd name="connsiteY4" fmla="*/ 28575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61427133-F46C-9D21-F34A-39C8F910F56E}"/>
              </a:ext>
            </a:extLst>
          </p:cNvPr>
          <p:cNvGrpSpPr/>
          <p:nvPr/>
        </p:nvGrpSpPr>
        <p:grpSpPr>
          <a:xfrm>
            <a:off x="0" y="262154"/>
            <a:ext cx="9168588" cy="144000"/>
            <a:chOff x="0" y="6714000"/>
            <a:chExt cx="9168588" cy="144000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F70A00A6-EACA-5C2D-257C-E62D3BF42774}"/>
                </a:ext>
              </a:extLst>
            </p:cNvPr>
            <p:cNvSpPr/>
            <p:nvPr/>
          </p:nvSpPr>
          <p:spPr>
            <a:xfrm>
              <a:off x="0" y="6714000"/>
              <a:ext cx="9168588" cy="144000"/>
            </a:xfrm>
            <a:prstGeom prst="rect">
              <a:avLst/>
            </a:prstGeom>
            <a:solidFill>
              <a:srgbClr val="0000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9" name="그래픽 141" descr="이더넷 윤곽선">
              <a:extLst>
                <a:ext uri="{FF2B5EF4-FFF2-40B4-BE49-F238E27FC236}">
                  <a16:creationId xmlns:a16="http://schemas.microsoft.com/office/drawing/2014/main" id="{EDC5DCC0-871C-F83D-62EB-AAC1C20208ED}"/>
                </a:ext>
              </a:extLst>
            </p:cNvPr>
            <p:cNvGrpSpPr/>
            <p:nvPr/>
          </p:nvGrpSpPr>
          <p:grpSpPr>
            <a:xfrm>
              <a:off x="4409324" y="6747339"/>
              <a:ext cx="361950" cy="57150"/>
              <a:chOff x="8203870" y="5723727"/>
              <a:chExt cx="361950" cy="57150"/>
            </a:xfrm>
            <a:solidFill>
              <a:schemeClr val="bg1"/>
            </a:solidFill>
          </p:grpSpPr>
          <p:sp>
            <p:nvSpPr>
              <p:cNvPr id="80" name="자유형: 도형 79">
                <a:extLst>
                  <a:ext uri="{FF2B5EF4-FFF2-40B4-BE49-F238E27FC236}">
                    <a16:creationId xmlns:a16="http://schemas.microsoft.com/office/drawing/2014/main" id="{03EC1836-CA30-8652-5AB1-752A00FE05FE}"/>
                  </a:ext>
                </a:extLst>
              </p:cNvPr>
              <p:cNvSpPr/>
              <p:nvPr/>
            </p:nvSpPr>
            <p:spPr>
              <a:xfrm>
                <a:off x="8508670" y="5723727"/>
                <a:ext cx="57150" cy="57150"/>
              </a:xfrm>
              <a:custGeom>
                <a:avLst/>
                <a:gdLst>
                  <a:gd name="connsiteX0" fmla="*/ 57150 w 57150"/>
                  <a:gd name="connsiteY0" fmla="*/ 28575 h 57150"/>
                  <a:gd name="connsiteX1" fmla="*/ 28575 w 57150"/>
                  <a:gd name="connsiteY1" fmla="*/ 57150 h 57150"/>
                  <a:gd name="connsiteX2" fmla="*/ 0 w 57150"/>
                  <a:gd name="connsiteY2" fmla="*/ 28575 h 57150"/>
                  <a:gd name="connsiteX3" fmla="*/ 28575 w 57150"/>
                  <a:gd name="connsiteY3" fmla="*/ 0 h 57150"/>
                  <a:gd name="connsiteX4" fmla="*/ 57150 w 57150"/>
                  <a:gd name="connsiteY4" fmla="*/ 28575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1" name="자유형: 도형 80">
                <a:extLst>
                  <a:ext uri="{FF2B5EF4-FFF2-40B4-BE49-F238E27FC236}">
                    <a16:creationId xmlns:a16="http://schemas.microsoft.com/office/drawing/2014/main" id="{EB0A6AC9-0D57-E852-5AB7-880749853B33}"/>
                  </a:ext>
                </a:extLst>
              </p:cNvPr>
              <p:cNvSpPr/>
              <p:nvPr/>
            </p:nvSpPr>
            <p:spPr>
              <a:xfrm>
                <a:off x="8356270" y="5723727"/>
                <a:ext cx="57150" cy="57150"/>
              </a:xfrm>
              <a:custGeom>
                <a:avLst/>
                <a:gdLst>
                  <a:gd name="connsiteX0" fmla="*/ 57150 w 57150"/>
                  <a:gd name="connsiteY0" fmla="*/ 28575 h 57150"/>
                  <a:gd name="connsiteX1" fmla="*/ 28575 w 57150"/>
                  <a:gd name="connsiteY1" fmla="*/ 57150 h 57150"/>
                  <a:gd name="connsiteX2" fmla="*/ 0 w 57150"/>
                  <a:gd name="connsiteY2" fmla="*/ 28575 h 57150"/>
                  <a:gd name="connsiteX3" fmla="*/ 28575 w 57150"/>
                  <a:gd name="connsiteY3" fmla="*/ 0 h 57150"/>
                  <a:gd name="connsiteX4" fmla="*/ 57150 w 57150"/>
                  <a:gd name="connsiteY4" fmla="*/ 28575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93C2D05E-DCF7-F6CC-AF33-CA9DE2D232E2}"/>
                  </a:ext>
                </a:extLst>
              </p:cNvPr>
              <p:cNvSpPr/>
              <p:nvPr/>
            </p:nvSpPr>
            <p:spPr>
              <a:xfrm>
                <a:off x="8203870" y="5723727"/>
                <a:ext cx="57150" cy="57150"/>
              </a:xfrm>
              <a:custGeom>
                <a:avLst/>
                <a:gdLst>
                  <a:gd name="connsiteX0" fmla="*/ 57150 w 57150"/>
                  <a:gd name="connsiteY0" fmla="*/ 28575 h 57150"/>
                  <a:gd name="connsiteX1" fmla="*/ 28575 w 57150"/>
                  <a:gd name="connsiteY1" fmla="*/ 57150 h 57150"/>
                  <a:gd name="connsiteX2" fmla="*/ 0 w 57150"/>
                  <a:gd name="connsiteY2" fmla="*/ 28575 h 57150"/>
                  <a:gd name="connsiteX3" fmla="*/ 28575 w 57150"/>
                  <a:gd name="connsiteY3" fmla="*/ 0 h 57150"/>
                  <a:gd name="connsiteX4" fmla="*/ 57150 w 57150"/>
                  <a:gd name="connsiteY4" fmla="*/ 28575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42EBFA7A-E977-B916-57FF-62FF4D2C4481}"/>
              </a:ext>
            </a:extLst>
          </p:cNvPr>
          <p:cNvSpPr txBox="1"/>
          <p:nvPr/>
        </p:nvSpPr>
        <p:spPr>
          <a:xfrm>
            <a:off x="9263592" y="6004407"/>
            <a:ext cx="26671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/>
              <a:t>\\uxui-share.actoz.com\TPShare\[O]라테일\2025년\20728_배틀패스\0.리소스\에셋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1FA3F78-A631-12AC-38FA-957C52046427}"/>
              </a:ext>
            </a:extLst>
          </p:cNvPr>
          <p:cNvSpPr/>
          <p:nvPr/>
        </p:nvSpPr>
        <p:spPr>
          <a:xfrm>
            <a:off x="1608522" y="586474"/>
            <a:ext cx="5843450" cy="5850902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7085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27EA2-9AA6-0242-702D-0CB574AF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1CD5FB8-C978-BDB1-7B22-8D2A343011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배틀패스</a:t>
            </a:r>
            <a:endParaRPr lang="ko-KR" altLang="en-US" dirty="0"/>
          </a:p>
        </p:txBody>
      </p:sp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47A97EF9-2D03-4F02-4B2E-05629C1BBC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페이지 </a:t>
            </a:r>
            <a:r>
              <a:rPr lang="en-US" altLang="ko-KR" dirty="0"/>
              <a:t>(3/4)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5A5502-2452-66D4-BC2F-73AC1394434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공지형 이미지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5144690-6941-E6E6-87DF-CB5F99970A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AD77B877-9CE8-E1CC-ED41-A82FBDA4C1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032353DE-4E45-4813-90C0-CEB644B0D7AA}" type="slidenum">
              <a:rPr lang="en-US" altLang="ko-KR" smtClean="0"/>
              <a:t>8</a:t>
            </a:fld>
            <a:endParaRPr 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167E5B4F-8561-5E42-46A6-AD920772AAC7}"/>
              </a:ext>
            </a:extLst>
          </p:cNvPr>
          <p:cNvGraphicFramePr>
            <a:graphicFrameLocks noGrp="1"/>
          </p:cNvGraphicFramePr>
          <p:nvPr/>
        </p:nvGraphicFramePr>
        <p:xfrm>
          <a:off x="9163900" y="472800"/>
          <a:ext cx="302400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000">
                  <a:extLst>
                    <a:ext uri="{9D8B030D-6E8A-4147-A177-3AD203B41FA5}">
                      <a16:colId xmlns:a16="http://schemas.microsoft.com/office/drawing/2014/main" val="2064597880"/>
                    </a:ext>
                  </a:extLst>
                </a:gridCol>
              </a:tblGrid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#1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#2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#3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#4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#5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#6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#7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#8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#9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#10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기타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77" name="그룹 76">
            <a:extLst>
              <a:ext uri="{FF2B5EF4-FFF2-40B4-BE49-F238E27FC236}">
                <a16:creationId xmlns:a16="http://schemas.microsoft.com/office/drawing/2014/main" id="{7AAC1099-A936-E141-3CB8-A032423DD9F0}"/>
              </a:ext>
            </a:extLst>
          </p:cNvPr>
          <p:cNvGrpSpPr/>
          <p:nvPr/>
        </p:nvGrpSpPr>
        <p:grpSpPr>
          <a:xfrm>
            <a:off x="0" y="262154"/>
            <a:ext cx="9168588" cy="144000"/>
            <a:chOff x="0" y="6714000"/>
            <a:chExt cx="9168588" cy="144000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1E499375-1110-F0AE-8612-480511A7A3D3}"/>
                </a:ext>
              </a:extLst>
            </p:cNvPr>
            <p:cNvSpPr/>
            <p:nvPr/>
          </p:nvSpPr>
          <p:spPr>
            <a:xfrm>
              <a:off x="0" y="6714000"/>
              <a:ext cx="9168588" cy="144000"/>
            </a:xfrm>
            <a:prstGeom prst="rect">
              <a:avLst/>
            </a:prstGeom>
            <a:solidFill>
              <a:srgbClr val="0000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9" name="그래픽 141" descr="이더넷 윤곽선">
              <a:extLst>
                <a:ext uri="{FF2B5EF4-FFF2-40B4-BE49-F238E27FC236}">
                  <a16:creationId xmlns:a16="http://schemas.microsoft.com/office/drawing/2014/main" id="{AE44A5C0-3D90-F12F-E442-A23EE34944CF}"/>
                </a:ext>
              </a:extLst>
            </p:cNvPr>
            <p:cNvGrpSpPr/>
            <p:nvPr/>
          </p:nvGrpSpPr>
          <p:grpSpPr>
            <a:xfrm>
              <a:off x="4409324" y="6747339"/>
              <a:ext cx="361950" cy="57150"/>
              <a:chOff x="8203870" y="5723727"/>
              <a:chExt cx="361950" cy="57150"/>
            </a:xfrm>
            <a:solidFill>
              <a:schemeClr val="bg1"/>
            </a:solidFill>
          </p:grpSpPr>
          <p:sp>
            <p:nvSpPr>
              <p:cNvPr id="80" name="자유형: 도형 79">
                <a:extLst>
                  <a:ext uri="{FF2B5EF4-FFF2-40B4-BE49-F238E27FC236}">
                    <a16:creationId xmlns:a16="http://schemas.microsoft.com/office/drawing/2014/main" id="{B97A5F2A-523C-1816-6FF6-557C701C064A}"/>
                  </a:ext>
                </a:extLst>
              </p:cNvPr>
              <p:cNvSpPr/>
              <p:nvPr/>
            </p:nvSpPr>
            <p:spPr>
              <a:xfrm>
                <a:off x="8508670" y="5723727"/>
                <a:ext cx="57150" cy="57150"/>
              </a:xfrm>
              <a:custGeom>
                <a:avLst/>
                <a:gdLst>
                  <a:gd name="connsiteX0" fmla="*/ 57150 w 57150"/>
                  <a:gd name="connsiteY0" fmla="*/ 28575 h 57150"/>
                  <a:gd name="connsiteX1" fmla="*/ 28575 w 57150"/>
                  <a:gd name="connsiteY1" fmla="*/ 57150 h 57150"/>
                  <a:gd name="connsiteX2" fmla="*/ 0 w 57150"/>
                  <a:gd name="connsiteY2" fmla="*/ 28575 h 57150"/>
                  <a:gd name="connsiteX3" fmla="*/ 28575 w 57150"/>
                  <a:gd name="connsiteY3" fmla="*/ 0 h 57150"/>
                  <a:gd name="connsiteX4" fmla="*/ 57150 w 57150"/>
                  <a:gd name="connsiteY4" fmla="*/ 28575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1" name="자유형: 도형 80">
                <a:extLst>
                  <a:ext uri="{FF2B5EF4-FFF2-40B4-BE49-F238E27FC236}">
                    <a16:creationId xmlns:a16="http://schemas.microsoft.com/office/drawing/2014/main" id="{B7BA08B6-761A-3908-DD9A-EC6C5414E939}"/>
                  </a:ext>
                </a:extLst>
              </p:cNvPr>
              <p:cNvSpPr/>
              <p:nvPr/>
            </p:nvSpPr>
            <p:spPr>
              <a:xfrm>
                <a:off x="8356270" y="5723727"/>
                <a:ext cx="57150" cy="57150"/>
              </a:xfrm>
              <a:custGeom>
                <a:avLst/>
                <a:gdLst>
                  <a:gd name="connsiteX0" fmla="*/ 57150 w 57150"/>
                  <a:gd name="connsiteY0" fmla="*/ 28575 h 57150"/>
                  <a:gd name="connsiteX1" fmla="*/ 28575 w 57150"/>
                  <a:gd name="connsiteY1" fmla="*/ 57150 h 57150"/>
                  <a:gd name="connsiteX2" fmla="*/ 0 w 57150"/>
                  <a:gd name="connsiteY2" fmla="*/ 28575 h 57150"/>
                  <a:gd name="connsiteX3" fmla="*/ 28575 w 57150"/>
                  <a:gd name="connsiteY3" fmla="*/ 0 h 57150"/>
                  <a:gd name="connsiteX4" fmla="*/ 57150 w 57150"/>
                  <a:gd name="connsiteY4" fmla="*/ 28575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090787E7-CA9C-D950-CBA8-403FB7AA43FB}"/>
                  </a:ext>
                </a:extLst>
              </p:cNvPr>
              <p:cNvSpPr/>
              <p:nvPr/>
            </p:nvSpPr>
            <p:spPr>
              <a:xfrm>
                <a:off x="8203870" y="5723727"/>
                <a:ext cx="57150" cy="57150"/>
              </a:xfrm>
              <a:custGeom>
                <a:avLst/>
                <a:gdLst>
                  <a:gd name="connsiteX0" fmla="*/ 57150 w 57150"/>
                  <a:gd name="connsiteY0" fmla="*/ 28575 h 57150"/>
                  <a:gd name="connsiteX1" fmla="*/ 28575 w 57150"/>
                  <a:gd name="connsiteY1" fmla="*/ 57150 h 57150"/>
                  <a:gd name="connsiteX2" fmla="*/ 0 w 57150"/>
                  <a:gd name="connsiteY2" fmla="*/ 28575 h 57150"/>
                  <a:gd name="connsiteX3" fmla="*/ 28575 w 57150"/>
                  <a:gd name="connsiteY3" fmla="*/ 0 h 57150"/>
                  <a:gd name="connsiteX4" fmla="*/ 57150 w 57150"/>
                  <a:gd name="connsiteY4" fmla="*/ 28575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AC2FAAF8-7282-BCED-8DA5-393D92CF7D21}"/>
              </a:ext>
            </a:extLst>
          </p:cNvPr>
          <p:cNvGrpSpPr/>
          <p:nvPr/>
        </p:nvGrpSpPr>
        <p:grpSpPr>
          <a:xfrm>
            <a:off x="0" y="6713160"/>
            <a:ext cx="9168588" cy="144000"/>
            <a:chOff x="0" y="5069538"/>
            <a:chExt cx="9168588" cy="144000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A469853D-9896-93D5-8644-0C1DC758C349}"/>
                </a:ext>
              </a:extLst>
            </p:cNvPr>
            <p:cNvSpPr/>
            <p:nvPr/>
          </p:nvSpPr>
          <p:spPr>
            <a:xfrm>
              <a:off x="0" y="5069538"/>
              <a:ext cx="9168588" cy="144000"/>
            </a:xfrm>
            <a:prstGeom prst="rect">
              <a:avLst/>
            </a:prstGeom>
            <a:solidFill>
              <a:srgbClr val="0000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43" name="그래픽 141" descr="이더넷 윤곽선">
              <a:extLst>
                <a:ext uri="{FF2B5EF4-FFF2-40B4-BE49-F238E27FC236}">
                  <a16:creationId xmlns:a16="http://schemas.microsoft.com/office/drawing/2014/main" id="{DFC94CA6-9C89-F105-BF0E-564DD10C1908}"/>
                </a:ext>
              </a:extLst>
            </p:cNvPr>
            <p:cNvGrpSpPr/>
            <p:nvPr/>
          </p:nvGrpSpPr>
          <p:grpSpPr>
            <a:xfrm>
              <a:off x="4409324" y="5102877"/>
              <a:ext cx="361950" cy="57150"/>
              <a:chOff x="8203870" y="5723727"/>
              <a:chExt cx="361950" cy="57150"/>
            </a:xfrm>
            <a:solidFill>
              <a:schemeClr val="bg1"/>
            </a:solidFill>
          </p:grpSpPr>
          <p:sp>
            <p:nvSpPr>
              <p:cNvPr id="44" name="자유형: 도형 43">
                <a:extLst>
                  <a:ext uri="{FF2B5EF4-FFF2-40B4-BE49-F238E27FC236}">
                    <a16:creationId xmlns:a16="http://schemas.microsoft.com/office/drawing/2014/main" id="{90A1516A-8245-BB5F-1AEE-4A0481D16C08}"/>
                  </a:ext>
                </a:extLst>
              </p:cNvPr>
              <p:cNvSpPr/>
              <p:nvPr/>
            </p:nvSpPr>
            <p:spPr>
              <a:xfrm>
                <a:off x="8508670" y="5723727"/>
                <a:ext cx="57150" cy="57150"/>
              </a:xfrm>
              <a:custGeom>
                <a:avLst/>
                <a:gdLst>
                  <a:gd name="connsiteX0" fmla="*/ 57150 w 57150"/>
                  <a:gd name="connsiteY0" fmla="*/ 28575 h 57150"/>
                  <a:gd name="connsiteX1" fmla="*/ 28575 w 57150"/>
                  <a:gd name="connsiteY1" fmla="*/ 57150 h 57150"/>
                  <a:gd name="connsiteX2" fmla="*/ 0 w 57150"/>
                  <a:gd name="connsiteY2" fmla="*/ 28575 h 57150"/>
                  <a:gd name="connsiteX3" fmla="*/ 28575 w 57150"/>
                  <a:gd name="connsiteY3" fmla="*/ 0 h 57150"/>
                  <a:gd name="connsiteX4" fmla="*/ 57150 w 57150"/>
                  <a:gd name="connsiteY4" fmla="*/ 28575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5" name="자유형: 도형 44">
                <a:extLst>
                  <a:ext uri="{FF2B5EF4-FFF2-40B4-BE49-F238E27FC236}">
                    <a16:creationId xmlns:a16="http://schemas.microsoft.com/office/drawing/2014/main" id="{EF0CD01A-B425-352B-ECCF-4B258B0D3880}"/>
                  </a:ext>
                </a:extLst>
              </p:cNvPr>
              <p:cNvSpPr/>
              <p:nvPr/>
            </p:nvSpPr>
            <p:spPr>
              <a:xfrm>
                <a:off x="8356270" y="5723727"/>
                <a:ext cx="57150" cy="57150"/>
              </a:xfrm>
              <a:custGeom>
                <a:avLst/>
                <a:gdLst>
                  <a:gd name="connsiteX0" fmla="*/ 57150 w 57150"/>
                  <a:gd name="connsiteY0" fmla="*/ 28575 h 57150"/>
                  <a:gd name="connsiteX1" fmla="*/ 28575 w 57150"/>
                  <a:gd name="connsiteY1" fmla="*/ 57150 h 57150"/>
                  <a:gd name="connsiteX2" fmla="*/ 0 w 57150"/>
                  <a:gd name="connsiteY2" fmla="*/ 28575 h 57150"/>
                  <a:gd name="connsiteX3" fmla="*/ 28575 w 57150"/>
                  <a:gd name="connsiteY3" fmla="*/ 0 h 57150"/>
                  <a:gd name="connsiteX4" fmla="*/ 57150 w 57150"/>
                  <a:gd name="connsiteY4" fmla="*/ 28575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46" name="자유형: 도형 45">
                <a:extLst>
                  <a:ext uri="{FF2B5EF4-FFF2-40B4-BE49-F238E27FC236}">
                    <a16:creationId xmlns:a16="http://schemas.microsoft.com/office/drawing/2014/main" id="{55D2E644-F3C1-3F46-C396-C12561FA58E2}"/>
                  </a:ext>
                </a:extLst>
              </p:cNvPr>
              <p:cNvSpPr/>
              <p:nvPr/>
            </p:nvSpPr>
            <p:spPr>
              <a:xfrm>
                <a:off x="8203870" y="5723727"/>
                <a:ext cx="57150" cy="57150"/>
              </a:xfrm>
              <a:custGeom>
                <a:avLst/>
                <a:gdLst>
                  <a:gd name="connsiteX0" fmla="*/ 57150 w 57150"/>
                  <a:gd name="connsiteY0" fmla="*/ 28575 h 57150"/>
                  <a:gd name="connsiteX1" fmla="*/ 28575 w 57150"/>
                  <a:gd name="connsiteY1" fmla="*/ 57150 h 57150"/>
                  <a:gd name="connsiteX2" fmla="*/ 0 w 57150"/>
                  <a:gd name="connsiteY2" fmla="*/ 28575 h 57150"/>
                  <a:gd name="connsiteX3" fmla="*/ 28575 w 57150"/>
                  <a:gd name="connsiteY3" fmla="*/ 0 h 57150"/>
                  <a:gd name="connsiteX4" fmla="*/ 57150 w 57150"/>
                  <a:gd name="connsiteY4" fmla="*/ 28575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B7C57406-78F3-43BC-99A5-7C98BFB21E58}"/>
              </a:ext>
            </a:extLst>
          </p:cNvPr>
          <p:cNvSpPr txBox="1"/>
          <p:nvPr/>
        </p:nvSpPr>
        <p:spPr>
          <a:xfrm>
            <a:off x="9263592" y="6004407"/>
            <a:ext cx="26671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/>
              <a:t>\\uxui-share.actoz.com\TPShare\[O]라테일\2025년\20728_배틀패스\0.리소스\에셋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8C6AB14-0FC9-3CD1-864A-50A3E6334083}"/>
              </a:ext>
            </a:extLst>
          </p:cNvPr>
          <p:cNvSpPr/>
          <p:nvPr/>
        </p:nvSpPr>
        <p:spPr>
          <a:xfrm>
            <a:off x="1639999" y="453651"/>
            <a:ext cx="5843450" cy="6048500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685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0F7E1-A038-19BF-6EF8-8698F9947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4C324CD-F007-3EB8-B272-D42BC77436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배틀패스</a:t>
            </a:r>
            <a:endParaRPr lang="ko-KR" altLang="en-US" dirty="0"/>
          </a:p>
        </p:txBody>
      </p:sp>
      <p:sp>
        <p:nvSpPr>
          <p:cNvPr id="12" name="텍스트 개체 틀 3">
            <a:extLst>
              <a:ext uri="{FF2B5EF4-FFF2-40B4-BE49-F238E27FC236}">
                <a16:creationId xmlns:a16="http://schemas.microsoft.com/office/drawing/2014/main" id="{BED6FD30-752D-FBC3-E2DA-326BC7AB323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ko-KR" altLang="en-US" dirty="0"/>
              <a:t>페이지 </a:t>
            </a:r>
            <a:r>
              <a:rPr lang="en-US" altLang="ko-KR" dirty="0"/>
              <a:t>(4/4)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B8E7335-FBD5-5704-AC9E-6EBBD96E02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ko-KR" altLang="en-US" sz="900" dirty="0">
                <a:latin typeface="나눔고딕" pitchFamily="2" charset="-127"/>
                <a:ea typeface="나눔고딕" pitchFamily="2" charset="-127"/>
              </a:rPr>
              <a:t>공지형 이미지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E6047CF2-1511-F8E0-2F17-2B5D34DDEDA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2D3D0B30-A244-C8A7-239D-CA2D73AFC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fld id="{032353DE-4E45-4813-90C0-CEB644B0D7AA}" type="slidenum">
              <a:rPr lang="en-US" altLang="ko-KR" smtClean="0"/>
              <a:t>9</a:t>
            </a:fld>
            <a:endParaRPr 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8698289-118A-1BC8-8845-A8FADF079B70}"/>
              </a:ext>
            </a:extLst>
          </p:cNvPr>
          <p:cNvGraphicFramePr>
            <a:graphicFrameLocks noGrp="1"/>
          </p:cNvGraphicFramePr>
          <p:nvPr/>
        </p:nvGraphicFramePr>
        <p:xfrm>
          <a:off x="9163900" y="472800"/>
          <a:ext cx="3024000" cy="2346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4000">
                  <a:extLst>
                    <a:ext uri="{9D8B030D-6E8A-4147-A177-3AD203B41FA5}">
                      <a16:colId xmlns:a16="http://schemas.microsoft.com/office/drawing/2014/main" val="2064597880"/>
                    </a:ext>
                  </a:extLst>
                </a:gridCol>
              </a:tblGrid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#1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sz="800" b="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#2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#3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#4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#5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#6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#7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#8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#9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#10</a:t>
                      </a: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나눔고딕" pitchFamily="50" charset="-127"/>
                          <a:ea typeface="나눔고딕" pitchFamily="50" charset="-127"/>
                        </a:rPr>
                        <a:t>기타</a:t>
                      </a: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>
                        <a:solidFill>
                          <a:schemeClr val="tx1"/>
                        </a:solidFill>
                        <a:latin typeface="나눔고딕" pitchFamily="50" charset="-127"/>
                        <a:ea typeface="나눔고딕" pitchFamily="50" charset="-127"/>
                      </a:endParaRPr>
                    </a:p>
                  </a:txBody>
                  <a:tcPr marL="38994" marR="38994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grpSp>
        <p:nvGrpSpPr>
          <p:cNvPr id="77" name="그룹 76">
            <a:extLst>
              <a:ext uri="{FF2B5EF4-FFF2-40B4-BE49-F238E27FC236}">
                <a16:creationId xmlns:a16="http://schemas.microsoft.com/office/drawing/2014/main" id="{1EE02CD1-EF73-FE42-53F7-14CCDA6F670C}"/>
              </a:ext>
            </a:extLst>
          </p:cNvPr>
          <p:cNvGrpSpPr/>
          <p:nvPr/>
        </p:nvGrpSpPr>
        <p:grpSpPr>
          <a:xfrm>
            <a:off x="0" y="262154"/>
            <a:ext cx="9168588" cy="144000"/>
            <a:chOff x="0" y="6714000"/>
            <a:chExt cx="9168588" cy="144000"/>
          </a:xfrm>
        </p:grpSpPr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7159B7B4-2A05-6114-422B-39E0A522EC24}"/>
                </a:ext>
              </a:extLst>
            </p:cNvPr>
            <p:cNvSpPr/>
            <p:nvPr/>
          </p:nvSpPr>
          <p:spPr>
            <a:xfrm>
              <a:off x="0" y="6714000"/>
              <a:ext cx="9168588" cy="144000"/>
            </a:xfrm>
            <a:prstGeom prst="rect">
              <a:avLst/>
            </a:prstGeom>
            <a:solidFill>
              <a:srgbClr val="000000">
                <a:alpha val="14902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79" name="그래픽 141" descr="이더넷 윤곽선">
              <a:extLst>
                <a:ext uri="{FF2B5EF4-FFF2-40B4-BE49-F238E27FC236}">
                  <a16:creationId xmlns:a16="http://schemas.microsoft.com/office/drawing/2014/main" id="{230B0EEB-3D3C-799C-B929-ED5267C3D354}"/>
                </a:ext>
              </a:extLst>
            </p:cNvPr>
            <p:cNvGrpSpPr/>
            <p:nvPr/>
          </p:nvGrpSpPr>
          <p:grpSpPr>
            <a:xfrm>
              <a:off x="4409324" y="6747339"/>
              <a:ext cx="361950" cy="57150"/>
              <a:chOff x="8203870" y="5723727"/>
              <a:chExt cx="361950" cy="57150"/>
            </a:xfrm>
            <a:solidFill>
              <a:schemeClr val="bg1"/>
            </a:solidFill>
          </p:grpSpPr>
          <p:sp>
            <p:nvSpPr>
              <p:cNvPr id="80" name="자유형: 도형 79">
                <a:extLst>
                  <a:ext uri="{FF2B5EF4-FFF2-40B4-BE49-F238E27FC236}">
                    <a16:creationId xmlns:a16="http://schemas.microsoft.com/office/drawing/2014/main" id="{1E65DE94-C41A-5737-DFD2-BFE93E13CAE0}"/>
                  </a:ext>
                </a:extLst>
              </p:cNvPr>
              <p:cNvSpPr/>
              <p:nvPr/>
            </p:nvSpPr>
            <p:spPr>
              <a:xfrm>
                <a:off x="8508670" y="5723727"/>
                <a:ext cx="57150" cy="57150"/>
              </a:xfrm>
              <a:custGeom>
                <a:avLst/>
                <a:gdLst>
                  <a:gd name="connsiteX0" fmla="*/ 57150 w 57150"/>
                  <a:gd name="connsiteY0" fmla="*/ 28575 h 57150"/>
                  <a:gd name="connsiteX1" fmla="*/ 28575 w 57150"/>
                  <a:gd name="connsiteY1" fmla="*/ 57150 h 57150"/>
                  <a:gd name="connsiteX2" fmla="*/ 0 w 57150"/>
                  <a:gd name="connsiteY2" fmla="*/ 28575 h 57150"/>
                  <a:gd name="connsiteX3" fmla="*/ 28575 w 57150"/>
                  <a:gd name="connsiteY3" fmla="*/ 0 h 57150"/>
                  <a:gd name="connsiteX4" fmla="*/ 57150 w 57150"/>
                  <a:gd name="connsiteY4" fmla="*/ 28575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1" name="자유형: 도형 80">
                <a:extLst>
                  <a:ext uri="{FF2B5EF4-FFF2-40B4-BE49-F238E27FC236}">
                    <a16:creationId xmlns:a16="http://schemas.microsoft.com/office/drawing/2014/main" id="{B0D53CB5-78CA-BEC1-342E-EA511C99991D}"/>
                  </a:ext>
                </a:extLst>
              </p:cNvPr>
              <p:cNvSpPr/>
              <p:nvPr/>
            </p:nvSpPr>
            <p:spPr>
              <a:xfrm>
                <a:off x="8356270" y="5723727"/>
                <a:ext cx="57150" cy="57150"/>
              </a:xfrm>
              <a:custGeom>
                <a:avLst/>
                <a:gdLst>
                  <a:gd name="connsiteX0" fmla="*/ 57150 w 57150"/>
                  <a:gd name="connsiteY0" fmla="*/ 28575 h 57150"/>
                  <a:gd name="connsiteX1" fmla="*/ 28575 w 57150"/>
                  <a:gd name="connsiteY1" fmla="*/ 57150 h 57150"/>
                  <a:gd name="connsiteX2" fmla="*/ 0 w 57150"/>
                  <a:gd name="connsiteY2" fmla="*/ 28575 h 57150"/>
                  <a:gd name="connsiteX3" fmla="*/ 28575 w 57150"/>
                  <a:gd name="connsiteY3" fmla="*/ 0 h 57150"/>
                  <a:gd name="connsiteX4" fmla="*/ 57150 w 57150"/>
                  <a:gd name="connsiteY4" fmla="*/ 28575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  <p:sp>
            <p:nvSpPr>
              <p:cNvPr id="82" name="자유형: 도형 81">
                <a:extLst>
                  <a:ext uri="{FF2B5EF4-FFF2-40B4-BE49-F238E27FC236}">
                    <a16:creationId xmlns:a16="http://schemas.microsoft.com/office/drawing/2014/main" id="{8654436E-7B33-F6AB-7198-40628BA612DC}"/>
                  </a:ext>
                </a:extLst>
              </p:cNvPr>
              <p:cNvSpPr/>
              <p:nvPr/>
            </p:nvSpPr>
            <p:spPr>
              <a:xfrm>
                <a:off x="8203870" y="5723727"/>
                <a:ext cx="57150" cy="57150"/>
              </a:xfrm>
              <a:custGeom>
                <a:avLst/>
                <a:gdLst>
                  <a:gd name="connsiteX0" fmla="*/ 57150 w 57150"/>
                  <a:gd name="connsiteY0" fmla="*/ 28575 h 57150"/>
                  <a:gd name="connsiteX1" fmla="*/ 28575 w 57150"/>
                  <a:gd name="connsiteY1" fmla="*/ 57150 h 57150"/>
                  <a:gd name="connsiteX2" fmla="*/ 0 w 57150"/>
                  <a:gd name="connsiteY2" fmla="*/ 28575 h 57150"/>
                  <a:gd name="connsiteX3" fmla="*/ 28575 w 57150"/>
                  <a:gd name="connsiteY3" fmla="*/ 0 h 57150"/>
                  <a:gd name="connsiteX4" fmla="*/ 57150 w 57150"/>
                  <a:gd name="connsiteY4" fmla="*/ 28575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150" h="57150">
                    <a:moveTo>
                      <a:pt x="57150" y="28575"/>
                    </a:moveTo>
                    <a:cubicBezTo>
                      <a:pt x="57150" y="44357"/>
                      <a:pt x="44357" y="57150"/>
                      <a:pt x="28575" y="57150"/>
                    </a:cubicBezTo>
                    <a:cubicBezTo>
                      <a:pt x="12793" y="57150"/>
                      <a:pt x="0" y="44357"/>
                      <a:pt x="0" y="28575"/>
                    </a:cubicBezTo>
                    <a:cubicBezTo>
                      <a:pt x="0" y="12793"/>
                      <a:pt x="12793" y="0"/>
                      <a:pt x="28575" y="0"/>
                    </a:cubicBezTo>
                    <a:cubicBezTo>
                      <a:pt x="44357" y="0"/>
                      <a:pt x="57150" y="12793"/>
                      <a:pt x="57150" y="28575"/>
                    </a:cubicBez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ko-KR" altLang="en-US"/>
              </a:p>
            </p:txBody>
          </p:sp>
        </p:grpSp>
      </p:grp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7FFA017-F534-2B79-A98D-A655B9124E20}"/>
              </a:ext>
            </a:extLst>
          </p:cNvPr>
          <p:cNvSpPr/>
          <p:nvPr/>
        </p:nvSpPr>
        <p:spPr>
          <a:xfrm>
            <a:off x="7766240" y="4985807"/>
            <a:ext cx="944209" cy="358200"/>
          </a:xfrm>
          <a:prstGeom prst="roundRect">
            <a:avLst>
              <a:gd name="adj" fmla="val 10422"/>
            </a:avLst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r>
              <a:rPr lang="ko-KR" altLang="en-US" sz="800" b="1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+mn-ea"/>
              </a:rPr>
              <a:t> 최종 산출물은</a:t>
            </a:r>
            <a:endParaRPr lang="en-US" altLang="ko-KR" sz="800" b="1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+mn-ea"/>
            </a:endParaRPr>
          </a:p>
          <a:p>
            <a:r>
              <a:rPr lang="ko-KR" altLang="en-US" sz="800" b="1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6">
                    <a:lumMod val="60000"/>
                    <a:lumOff val="40000"/>
                  </a:schemeClr>
                </a:solidFill>
                <a:latin typeface="+mn-ea"/>
              </a:rPr>
              <a:t> 이미지 분리 후 전달</a:t>
            </a:r>
            <a:endParaRPr lang="en-US" altLang="ko-KR" sz="800" b="1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accent6">
                  <a:lumMod val="60000"/>
                  <a:lumOff val="40000"/>
                </a:schemeClr>
              </a:solidFill>
              <a:latin typeface="+mn-ea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A84B6C2-D05E-13AF-0305-B08D84054632}"/>
              </a:ext>
            </a:extLst>
          </p:cNvPr>
          <p:cNvSpPr/>
          <p:nvPr/>
        </p:nvSpPr>
        <p:spPr>
          <a:xfrm>
            <a:off x="3328346" y="4943703"/>
            <a:ext cx="2466755" cy="442409"/>
          </a:xfrm>
          <a:prstGeom prst="roundRect">
            <a:avLst/>
          </a:prstGeom>
          <a:solidFill>
            <a:schemeClr val="tx1">
              <a:lumMod val="85000"/>
              <a:lumOff val="1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E07CB74-2804-252A-0404-41776DEF90A6}"/>
              </a:ext>
            </a:extLst>
          </p:cNvPr>
          <p:cNvSpPr/>
          <p:nvPr/>
        </p:nvSpPr>
        <p:spPr>
          <a:xfrm>
            <a:off x="3328346" y="5037256"/>
            <a:ext cx="2466755" cy="26161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ko-KR" altLang="en-US" sz="1100" b="1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배틀패스</a:t>
            </a:r>
            <a:r>
              <a:rPr lang="ko-KR" altLang="en-US" sz="1100" b="1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</a:rPr>
              <a:t> 보상 리스트 보러 가기</a:t>
            </a:r>
            <a:endParaRPr lang="en-US" altLang="ko-KR" sz="1100" b="1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5648DC-2245-7657-0E27-6D8647EC7411}"/>
              </a:ext>
            </a:extLst>
          </p:cNvPr>
          <p:cNvSpPr txBox="1"/>
          <p:nvPr/>
        </p:nvSpPr>
        <p:spPr>
          <a:xfrm>
            <a:off x="1897596" y="5627407"/>
            <a:ext cx="4566093" cy="258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b="1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유의사항</a:t>
            </a:r>
            <a:endParaRPr lang="en-US" altLang="ko-KR" sz="1000" b="1" spc="-8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0B35029-762B-276A-A3BD-39E8B2D09053}"/>
              </a:ext>
            </a:extLst>
          </p:cNvPr>
          <p:cNvSpPr/>
          <p:nvPr/>
        </p:nvSpPr>
        <p:spPr>
          <a:xfrm>
            <a:off x="1878975" y="5822333"/>
            <a:ext cx="5263050" cy="896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* 해당 시즌 은 </a:t>
            </a: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26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년 </a:t>
            </a: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월 </a:t>
            </a: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11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일 오전 </a:t>
            </a: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4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시에 종료되며</a:t>
            </a: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시즌 종료 시 보상 아이템의 수령이 불가합니다</a:t>
            </a: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* 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프리미엄 </a:t>
            </a:r>
            <a:r>
              <a:rPr lang="ko-KR" altLang="en-US" sz="900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배틀패스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구매 후 </a:t>
            </a:r>
            <a:r>
              <a:rPr lang="ko-KR" altLang="en-US" sz="900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로얄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ko-KR" altLang="en-US" sz="900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배틀패스를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추가 구매할 경우</a:t>
            </a: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차액만큼만 추가 결제하는 식으로 구매됩니다</a:t>
            </a: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* </a:t>
            </a:r>
            <a:r>
              <a:rPr lang="ko-KR" altLang="en-US" sz="900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로얄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ko-KR" altLang="en-US" sz="900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배틀패스를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구매할 경우</a:t>
            </a: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이미 달성한 레벨과 관계 없이</a:t>
            </a: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20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레벨이 추가적으로 </a:t>
            </a:r>
            <a:r>
              <a:rPr lang="ko-KR" altLang="en-US" sz="900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오픈됩니다</a:t>
            </a: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 ex) 10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레벨 달성하고 구매 시</a:t>
            </a: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30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레벨로 </a:t>
            </a:r>
            <a:r>
              <a:rPr lang="ko-KR" altLang="en-US" sz="900" spc="-8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점핑</a:t>
            </a: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. 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단</a:t>
            </a:r>
            <a:r>
              <a:rPr lang="en-US" altLang="ko-KR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, </a:t>
            </a:r>
            <a:r>
              <a:rPr lang="ko-KR" altLang="en-US" sz="900" spc="-8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최대 레벨 초과 불가</a:t>
            </a:r>
          </a:p>
        </p:txBody>
      </p: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7F3B186C-A913-3837-6BE2-F73E02EFFD85}"/>
              </a:ext>
            </a:extLst>
          </p:cNvPr>
          <p:cNvCxnSpPr>
            <a:cxnSpLocks/>
          </p:cNvCxnSpPr>
          <p:nvPr/>
        </p:nvCxnSpPr>
        <p:spPr>
          <a:xfrm>
            <a:off x="1512425" y="4871277"/>
            <a:ext cx="6156000" cy="0"/>
          </a:xfrm>
          <a:prstGeom prst="line">
            <a:avLst/>
          </a:prstGeom>
          <a:ln w="1905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EE300EFD-8D60-DBDE-5B1E-14BB723B6E11}"/>
              </a:ext>
            </a:extLst>
          </p:cNvPr>
          <p:cNvCxnSpPr>
            <a:cxnSpLocks/>
          </p:cNvCxnSpPr>
          <p:nvPr/>
        </p:nvCxnSpPr>
        <p:spPr>
          <a:xfrm>
            <a:off x="1512425" y="5462690"/>
            <a:ext cx="6156000" cy="0"/>
          </a:xfrm>
          <a:prstGeom prst="line">
            <a:avLst/>
          </a:prstGeom>
          <a:ln w="1905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C10C3EF-54B9-39A4-2468-3D637227A8EB}"/>
              </a:ext>
            </a:extLst>
          </p:cNvPr>
          <p:cNvSpPr txBox="1"/>
          <p:nvPr/>
        </p:nvSpPr>
        <p:spPr>
          <a:xfrm>
            <a:off x="9263592" y="6004407"/>
            <a:ext cx="26671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700" dirty="0"/>
              <a:t>\\uxui-share.actoz.com\TPShare\[O]라테일\2025년\20728_배틀패스\0.리소스\에셋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EB28C9-1D04-467C-903E-C67A77EE1266}"/>
              </a:ext>
            </a:extLst>
          </p:cNvPr>
          <p:cNvSpPr/>
          <p:nvPr/>
        </p:nvSpPr>
        <p:spPr>
          <a:xfrm>
            <a:off x="1639999" y="453652"/>
            <a:ext cx="5843450" cy="4325336"/>
          </a:xfrm>
          <a:prstGeom prst="rect">
            <a:avLst/>
          </a:prstGeom>
          <a:noFill/>
          <a:ln w="2857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6F5A84-C1A0-8E97-133D-7C1F4832D191}"/>
              </a:ext>
            </a:extLst>
          </p:cNvPr>
          <p:cNvSpPr/>
          <p:nvPr/>
        </p:nvSpPr>
        <p:spPr>
          <a:xfrm>
            <a:off x="1856121" y="5822332"/>
            <a:ext cx="5285904" cy="964609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2074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7059124"/>
      </p:ext>
    </p:extLst>
  </p:cSld>
  <p:clrMapOvr>
    <a:masterClrMapping/>
  </p:clrMapOvr>
</p:sld>
</file>

<file path=ppt/theme/theme1.xml><?xml version="1.0" encoding="utf-8"?>
<a:theme xmlns:a="http://schemas.openxmlformats.org/drawingml/2006/main" name="A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G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사 공통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3925</TotalTime>
  <Words>504</Words>
  <Application>Microsoft Office PowerPoint</Application>
  <PresentationFormat>와이드스크린</PresentationFormat>
  <Paragraphs>142</Paragraphs>
  <Slides>10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3</vt:i4>
      </vt:variant>
      <vt:variant>
        <vt:lpstr>슬라이드 제목</vt:lpstr>
      </vt:variant>
      <vt:variant>
        <vt:i4>10</vt:i4>
      </vt:variant>
    </vt:vector>
  </HeadingPairs>
  <TitlesOfParts>
    <vt:vector size="18" baseType="lpstr">
      <vt:lpstr>나눔고딕</vt:lpstr>
      <vt:lpstr>나눔스퀘어</vt:lpstr>
      <vt:lpstr>돋움</vt:lpstr>
      <vt:lpstr>맑은 고딕</vt:lpstr>
      <vt:lpstr>Arial</vt:lpstr>
      <vt:lpstr>AS</vt:lpstr>
      <vt:lpstr>EG</vt:lpstr>
      <vt:lpstr>3사 공통</vt:lpstr>
      <vt:lpstr>배틀패스</vt:lpstr>
      <vt:lpstr>문서 개정 이력</vt:lpstr>
      <vt:lpstr>업무 개요</vt:lpstr>
      <vt:lpstr>희망 컨셉</vt:lpstr>
      <vt:lpstr>화면 구성안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김행렬</dc:creator>
  <cp:lastModifiedBy>김성태</cp:lastModifiedBy>
  <cp:revision>112</cp:revision>
  <dcterms:created xsi:type="dcterms:W3CDTF">2020-01-15T08:44:17Z</dcterms:created>
  <dcterms:modified xsi:type="dcterms:W3CDTF">2026-08-07T01:24:03Z</dcterms:modified>
</cp:coreProperties>
</file>